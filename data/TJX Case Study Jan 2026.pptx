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147483377" r:id="rId3"/>
    <p:sldId id="2147483378" r:id="rId4"/>
    <p:sldId id="214748338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35" autoAdjust="0"/>
    <p:restoredTop sz="94659"/>
  </p:normalViewPr>
  <p:slideViewPr>
    <p:cSldViewPr snapToGrid="0">
      <p:cViewPr varScale="1">
        <p:scale>
          <a:sx n="146" d="100"/>
          <a:sy n="146" d="100"/>
        </p:scale>
        <p:origin x="1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C14C9-8585-322B-182D-34F4953A6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9185DE-1D10-4C0F-CDCB-4EB630723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E7B817B-412A-0ABD-BE00-B51B27F28397}"/>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5" name="Footer Placeholder 4">
            <a:extLst>
              <a:ext uri="{FF2B5EF4-FFF2-40B4-BE49-F238E27FC236}">
                <a16:creationId xmlns:a16="http://schemas.microsoft.com/office/drawing/2014/main" id="{23AB8752-8899-D3AB-334F-2FD3742300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D53594-80FF-518D-0982-11B4858A4743}"/>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3895739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1E3E9-1ADE-619F-37D1-880417CA98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32F21E-AEBD-6DB9-E8FC-C1C6D03AA3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593D82-9176-ACDE-1FAA-E6D0C4F7DFD8}"/>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5" name="Footer Placeholder 4">
            <a:extLst>
              <a:ext uri="{FF2B5EF4-FFF2-40B4-BE49-F238E27FC236}">
                <a16:creationId xmlns:a16="http://schemas.microsoft.com/office/drawing/2014/main" id="{3BA40D52-5E4E-9C67-B3B9-833E36EDA8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F974B4-B02F-310E-CE88-6BD243B1876E}"/>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909459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EACC-6886-A7AB-9AF0-B902014360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0AF88D-018C-83DF-AF77-5879381F23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1CFC09-9BF3-F7ED-5F8F-0D9F4A372E9F}"/>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5" name="Footer Placeholder 4">
            <a:extLst>
              <a:ext uri="{FF2B5EF4-FFF2-40B4-BE49-F238E27FC236}">
                <a16:creationId xmlns:a16="http://schemas.microsoft.com/office/drawing/2014/main" id="{721D93C3-4E47-50BC-D155-1FB023C498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A15334-D62C-F758-1E2F-15DBCAB74562}"/>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4264004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C421-66A7-3049-B8DB-D6E77601FF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676275-66DE-C488-CD93-EA4E9E1881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862DFC-C6E8-6E97-8902-5D8F3C6CBD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33143E-EADE-1E4B-9F89-B386B3768F74}"/>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6" name="Footer Placeholder 5">
            <a:extLst>
              <a:ext uri="{FF2B5EF4-FFF2-40B4-BE49-F238E27FC236}">
                <a16:creationId xmlns:a16="http://schemas.microsoft.com/office/drawing/2014/main" id="{E71ED206-4874-2094-7144-A55EFD3C40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D98AC0-4211-B441-CCDE-FAB41C24A961}"/>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22828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6E3D7-8F06-55E6-6C9E-ADA305700E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829DB9-3A58-D206-0275-1D70D51F8B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81823B-879B-7046-554E-2EE1E35AB8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DE480B-DE18-8884-2711-49918C026B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0BC29D-06AC-F51F-CC72-F47DFDBEB7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AB2482-0EED-666C-6BE1-E5C63D281BC6}"/>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8" name="Footer Placeholder 7">
            <a:extLst>
              <a:ext uri="{FF2B5EF4-FFF2-40B4-BE49-F238E27FC236}">
                <a16:creationId xmlns:a16="http://schemas.microsoft.com/office/drawing/2014/main" id="{0168D574-6CEA-F84F-7C94-6C0392ADBD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0F4EC7-ADC3-D40A-386E-A56A02C7E024}"/>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84373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DF790-6AAB-9EDD-9ED3-A4FB6CFEB0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C5AEFF-9430-BD23-D840-137D3A55573E}"/>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4" name="Footer Placeholder 3">
            <a:extLst>
              <a:ext uri="{FF2B5EF4-FFF2-40B4-BE49-F238E27FC236}">
                <a16:creationId xmlns:a16="http://schemas.microsoft.com/office/drawing/2014/main" id="{08F93556-C5B4-1882-B5B6-8DE2C9DC6D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F93137-029B-5B6A-5897-3EBF9726144F}"/>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201969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428AF6-ED84-17C4-FCD3-F4D1150A2B4E}"/>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3" name="Footer Placeholder 2">
            <a:extLst>
              <a:ext uri="{FF2B5EF4-FFF2-40B4-BE49-F238E27FC236}">
                <a16:creationId xmlns:a16="http://schemas.microsoft.com/office/drawing/2014/main" id="{86C14456-1DC2-605E-ED49-7FF7F3FB08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F1BC25-354E-096B-589E-A3A6D5504F2A}"/>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277679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50BB-77BD-B9F5-E77B-95EC1D02CC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5EBE19-A7F5-2C07-480A-527D28FC88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143A0A-AC65-4859-C92E-2C36678CBB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3FA9D2-298F-85E1-1290-ECA7D3F9FC5D}"/>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6" name="Footer Placeholder 5">
            <a:extLst>
              <a:ext uri="{FF2B5EF4-FFF2-40B4-BE49-F238E27FC236}">
                <a16:creationId xmlns:a16="http://schemas.microsoft.com/office/drawing/2014/main" id="{3B11E850-63D5-0023-D775-D697A489AF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DDC1F7-9D4F-5983-FDD5-C415F18967C5}"/>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274317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18EB1-5BBE-98D8-1205-CDE30062B6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4A4EA1-5431-5E5B-2408-A72F4702B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94D71F-2146-312B-8C9F-1A1B1ABA6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F438D2-B5B8-6E4B-AAA5-765707C2A7C4}"/>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6" name="Footer Placeholder 5">
            <a:extLst>
              <a:ext uri="{FF2B5EF4-FFF2-40B4-BE49-F238E27FC236}">
                <a16:creationId xmlns:a16="http://schemas.microsoft.com/office/drawing/2014/main" id="{D696B011-F531-92B1-6270-448638E032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2F8600-5147-5C6D-7381-307A428087EE}"/>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794297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1F914-C833-7839-8279-8DB958718B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1B29DA-7F6A-96C2-C648-B455173AC5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D61280-0D53-E2C8-B2CC-AF2AD1531790}"/>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5" name="Footer Placeholder 4">
            <a:extLst>
              <a:ext uri="{FF2B5EF4-FFF2-40B4-BE49-F238E27FC236}">
                <a16:creationId xmlns:a16="http://schemas.microsoft.com/office/drawing/2014/main" id="{D095FA46-1839-2858-2841-AA3FFB95BB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03FD2E-CEB1-8EF2-B364-CA1E6D222758}"/>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220896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276053-D627-48AF-81F7-318F805DF0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12D70A-E58F-D1EC-D804-677642F0FC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37DFCD-865B-3040-415C-3603B9AC62B8}"/>
              </a:ext>
            </a:extLst>
          </p:cNvPr>
          <p:cNvSpPr>
            <a:spLocks noGrp="1"/>
          </p:cNvSpPr>
          <p:nvPr>
            <p:ph type="dt" sz="half" idx="10"/>
          </p:nvPr>
        </p:nvSpPr>
        <p:spPr/>
        <p:txBody>
          <a:bodyPr/>
          <a:lstStyle/>
          <a:p>
            <a:fld id="{3B045895-9DAC-4A71-95B6-8E1A8C3C7FF6}" type="datetimeFigureOut">
              <a:rPr lang="en-IN" smtClean="0"/>
              <a:t>07/01/26</a:t>
            </a:fld>
            <a:endParaRPr lang="en-IN"/>
          </a:p>
        </p:txBody>
      </p:sp>
      <p:sp>
        <p:nvSpPr>
          <p:cNvPr id="5" name="Footer Placeholder 4">
            <a:extLst>
              <a:ext uri="{FF2B5EF4-FFF2-40B4-BE49-F238E27FC236}">
                <a16:creationId xmlns:a16="http://schemas.microsoft.com/office/drawing/2014/main" id="{6D859B60-29DE-25CE-9926-E09803E560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91B672-356E-3205-9247-7F02BF372D5C}"/>
              </a:ext>
            </a:extLst>
          </p:cNvPr>
          <p:cNvSpPr>
            <a:spLocks noGrp="1"/>
          </p:cNvSpPr>
          <p:nvPr>
            <p:ph type="sldNum" sz="quarter" idx="12"/>
          </p:nvPr>
        </p:nvSpPr>
        <p:spPr/>
        <p:txBody>
          <a:bodyPr/>
          <a:lstStyle/>
          <a:p>
            <a:fld id="{3F4DF684-716D-43AE-8488-3EEB39B89A3C}" type="slidenum">
              <a:rPr lang="en-IN" smtClean="0"/>
              <a:t>‹#›</a:t>
            </a:fld>
            <a:endParaRPr lang="en-IN"/>
          </a:p>
        </p:txBody>
      </p:sp>
    </p:spTree>
    <p:extLst>
      <p:ext uri="{BB962C8B-B14F-4D97-AF65-F5344CB8AC3E}">
        <p14:creationId xmlns:p14="http://schemas.microsoft.com/office/powerpoint/2010/main" val="3759081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Big_LeftArc_WiproBlu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86665F-2676-64F5-B52A-8EEA7D78373B}"/>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146" y="0"/>
            <a:ext cx="6878649" cy="6857744"/>
          </a:xfrm>
          <a:prstGeom prst="rect">
            <a:avLst/>
          </a:prstGeom>
        </p:spPr>
      </p:pic>
      <p:sp>
        <p:nvSpPr>
          <p:cNvPr id="3" name="Title 1">
            <a:extLst>
              <a:ext uri="{FF2B5EF4-FFF2-40B4-BE49-F238E27FC236}">
                <a16:creationId xmlns:a16="http://schemas.microsoft.com/office/drawing/2014/main" id="{712D5597-BF84-B53F-EEFC-FA108EE74E2F}"/>
              </a:ext>
            </a:extLst>
          </p:cNvPr>
          <p:cNvSpPr>
            <a:spLocks noGrp="1"/>
          </p:cNvSpPr>
          <p:nvPr>
            <p:ph type="title" hasCustomPrompt="1"/>
          </p:nvPr>
        </p:nvSpPr>
        <p:spPr>
          <a:xfrm>
            <a:off x="674742" y="882963"/>
            <a:ext cx="3938822" cy="2253919"/>
          </a:xfrm>
          <a:prstGeom prst="rect">
            <a:avLst/>
          </a:prstGeom>
        </p:spPr>
        <p:txBody>
          <a:bodyPr/>
          <a:lstStyle>
            <a:lvl1pPr>
              <a:lnSpc>
                <a:spcPct val="100000"/>
              </a:lnSpc>
              <a:defRPr sz="6000" b="1">
                <a:solidFill>
                  <a:schemeClr val="bg1"/>
                </a:solidFill>
                <a:latin typeface="Tenorite" pitchFamily="2" charset="0"/>
              </a:defRPr>
            </a:lvl1pPr>
          </a:lstStyle>
          <a:p>
            <a:r>
              <a:rPr lang="en-US"/>
              <a:t>Click to add a title</a:t>
            </a:r>
            <a:endParaRPr lang="en-AR"/>
          </a:p>
        </p:txBody>
      </p:sp>
      <p:sp>
        <p:nvSpPr>
          <p:cNvPr id="4" name="Text Placeholder 2">
            <a:extLst>
              <a:ext uri="{FF2B5EF4-FFF2-40B4-BE49-F238E27FC236}">
                <a16:creationId xmlns:a16="http://schemas.microsoft.com/office/drawing/2014/main" id="{A6E7BDA4-E969-D1D1-3575-0F4609FA816B}"/>
              </a:ext>
            </a:extLst>
          </p:cNvPr>
          <p:cNvSpPr>
            <a:spLocks noGrp="1"/>
          </p:cNvSpPr>
          <p:nvPr>
            <p:ph type="body" idx="30" hasCustomPrompt="1"/>
          </p:nvPr>
        </p:nvSpPr>
        <p:spPr>
          <a:xfrm>
            <a:off x="8603668" y="715315"/>
            <a:ext cx="2546928" cy="358293"/>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ext Placeholder 2">
            <a:extLst>
              <a:ext uri="{FF2B5EF4-FFF2-40B4-BE49-F238E27FC236}">
                <a16:creationId xmlns:a16="http://schemas.microsoft.com/office/drawing/2014/main" id="{235DBA95-A2D7-42DC-DA28-D1AA58955B1E}"/>
              </a:ext>
            </a:extLst>
          </p:cNvPr>
          <p:cNvSpPr>
            <a:spLocks noGrp="1"/>
          </p:cNvSpPr>
          <p:nvPr>
            <p:ph type="body" idx="31" hasCustomPrompt="1"/>
          </p:nvPr>
        </p:nvSpPr>
        <p:spPr>
          <a:xfrm>
            <a:off x="8603668" y="1184543"/>
            <a:ext cx="2546928" cy="564530"/>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8" name="Text Placeholder 2">
            <a:extLst>
              <a:ext uri="{FF2B5EF4-FFF2-40B4-BE49-F238E27FC236}">
                <a16:creationId xmlns:a16="http://schemas.microsoft.com/office/drawing/2014/main" id="{3C6E70ED-8650-E0F4-D53C-790A5C3077B2}"/>
              </a:ext>
            </a:extLst>
          </p:cNvPr>
          <p:cNvSpPr>
            <a:spLocks noGrp="1"/>
          </p:cNvSpPr>
          <p:nvPr>
            <p:ph type="body" idx="32" hasCustomPrompt="1"/>
          </p:nvPr>
        </p:nvSpPr>
        <p:spPr>
          <a:xfrm>
            <a:off x="8603668" y="2682660"/>
            <a:ext cx="2546928" cy="358293"/>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19" name="Text Placeholder 2">
            <a:extLst>
              <a:ext uri="{FF2B5EF4-FFF2-40B4-BE49-F238E27FC236}">
                <a16:creationId xmlns:a16="http://schemas.microsoft.com/office/drawing/2014/main" id="{3DFED9FA-5212-DA46-7E74-1BA581BD5BF3}"/>
              </a:ext>
            </a:extLst>
          </p:cNvPr>
          <p:cNvSpPr>
            <a:spLocks noGrp="1"/>
          </p:cNvSpPr>
          <p:nvPr>
            <p:ph type="body" idx="33" hasCustomPrompt="1"/>
          </p:nvPr>
        </p:nvSpPr>
        <p:spPr>
          <a:xfrm>
            <a:off x="8603668" y="3151888"/>
            <a:ext cx="2546928" cy="564530"/>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20" name="Text Placeholder 2">
            <a:extLst>
              <a:ext uri="{FF2B5EF4-FFF2-40B4-BE49-F238E27FC236}">
                <a16:creationId xmlns:a16="http://schemas.microsoft.com/office/drawing/2014/main" id="{CDCED961-255A-6F28-9B91-803B246F85FF}"/>
              </a:ext>
            </a:extLst>
          </p:cNvPr>
          <p:cNvSpPr>
            <a:spLocks noGrp="1"/>
          </p:cNvSpPr>
          <p:nvPr>
            <p:ph type="body" idx="34" hasCustomPrompt="1"/>
          </p:nvPr>
        </p:nvSpPr>
        <p:spPr>
          <a:xfrm>
            <a:off x="8603668" y="4705423"/>
            <a:ext cx="2546928" cy="358293"/>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21" name="Text Placeholder 2">
            <a:extLst>
              <a:ext uri="{FF2B5EF4-FFF2-40B4-BE49-F238E27FC236}">
                <a16:creationId xmlns:a16="http://schemas.microsoft.com/office/drawing/2014/main" id="{471BA5B0-4139-6465-9AA7-7644C0EDE8EC}"/>
              </a:ext>
            </a:extLst>
          </p:cNvPr>
          <p:cNvSpPr>
            <a:spLocks noGrp="1"/>
          </p:cNvSpPr>
          <p:nvPr>
            <p:ph type="body" idx="35" hasCustomPrompt="1"/>
          </p:nvPr>
        </p:nvSpPr>
        <p:spPr>
          <a:xfrm>
            <a:off x="8603668" y="5174651"/>
            <a:ext cx="2546928" cy="564530"/>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pic>
        <p:nvPicPr>
          <p:cNvPr id="23" name="Picture 7" descr="Picture 7">
            <a:extLst>
              <a:ext uri="{FF2B5EF4-FFF2-40B4-BE49-F238E27FC236}">
                <a16:creationId xmlns:a16="http://schemas.microsoft.com/office/drawing/2014/main" id="{3F586E55-5192-F98B-6EF3-242C592CFC4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63562" y="6473535"/>
            <a:ext cx="510259" cy="186883"/>
          </a:xfrm>
          <a:prstGeom prst="rect">
            <a:avLst/>
          </a:prstGeom>
          <a:ln w="12700">
            <a:miter lim="400000"/>
          </a:ln>
        </p:spPr>
      </p:pic>
      <p:sp>
        <p:nvSpPr>
          <p:cNvPr id="6" name="Número de diapositiva">
            <a:extLst>
              <a:ext uri="{FF2B5EF4-FFF2-40B4-BE49-F238E27FC236}">
                <a16:creationId xmlns:a16="http://schemas.microsoft.com/office/drawing/2014/main" id="{732B21C7-28C6-4292-AEED-C51C0E1409F8}"/>
              </a:ext>
            </a:extLst>
          </p:cNvPr>
          <p:cNvSpPr txBox="1">
            <a:spLocks noGrp="1"/>
          </p:cNvSpPr>
          <p:nvPr>
            <p:ph type="sldNum" sz="quarter" idx="2"/>
          </p:nvPr>
        </p:nvSpPr>
        <p:spPr>
          <a:xfrm>
            <a:off x="11516763" y="6438479"/>
            <a:ext cx="402187" cy="226790"/>
          </a:xfrm>
          <a:prstGeom prst="rect">
            <a:avLst/>
          </a:prstGeom>
        </p:spPr>
        <p:txBody>
          <a:bodyPr/>
          <a:lstStyle>
            <a:lvl1pPr>
              <a:defRPr sz="700">
                <a:solidFill>
                  <a:schemeClr val="tx1"/>
                </a:solidFill>
                <a:latin typeface="Tenorite" pitchFamily="2" charset="0"/>
              </a:defRPr>
            </a:lvl1pPr>
          </a:lstStyle>
          <a:p>
            <a:fld id="{86CB4B4D-7CA3-9044-876B-883B54F8677D}" type="slidenum">
              <a:rPr lang="en-US" noProof="0" smtClean="0"/>
              <a:pPr/>
              <a:t>‹#›</a:t>
            </a:fld>
            <a:endParaRPr lang="en-US" noProof="0"/>
          </a:p>
        </p:txBody>
      </p:sp>
    </p:spTree>
    <p:extLst>
      <p:ext uri="{BB962C8B-B14F-4D97-AF65-F5344CB8AC3E}">
        <p14:creationId xmlns:p14="http://schemas.microsoft.com/office/powerpoint/2010/main" val="123298080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ttom_Arc">
    <p:bg>
      <p:bgPr>
        <a:solidFill>
          <a:schemeClr val="bg1"/>
        </a:solidFill>
        <a:effectLst/>
      </p:bgPr>
    </p:bg>
    <p:spTree>
      <p:nvGrpSpPr>
        <p:cNvPr id="1" name=""/>
        <p:cNvGrpSpPr/>
        <p:nvPr/>
      </p:nvGrpSpPr>
      <p:grpSpPr>
        <a:xfrm>
          <a:off x="0" y="0"/>
          <a:ext cx="0" cy="0"/>
          <a:chOff x="0" y="0"/>
          <a:chExt cx="0" cy="0"/>
        </a:xfrm>
      </p:grpSpPr>
      <p:sp>
        <p:nvSpPr>
          <p:cNvPr id="79" name="Title 1">
            <a:extLst>
              <a:ext uri="{FF2B5EF4-FFF2-40B4-BE49-F238E27FC236}">
                <a16:creationId xmlns:a16="http://schemas.microsoft.com/office/drawing/2014/main" id="{C217449E-07E1-9B5E-9524-C31FEBF1A40E}"/>
              </a:ext>
            </a:extLst>
          </p:cNvPr>
          <p:cNvSpPr>
            <a:spLocks noGrp="1"/>
          </p:cNvSpPr>
          <p:nvPr userDrawn="1">
            <p:ph type="title" hasCustomPrompt="1"/>
          </p:nvPr>
        </p:nvSpPr>
        <p:spPr>
          <a:xfrm>
            <a:off x="487485" y="419839"/>
            <a:ext cx="5504051" cy="606152"/>
          </a:xfrm>
          <a:prstGeom prst="rect">
            <a:avLst/>
          </a:prstGeom>
        </p:spPr>
        <p:txBody>
          <a:bodyPr/>
          <a:lstStyle>
            <a:lvl1pPr>
              <a:lnSpc>
                <a:spcPct val="100000"/>
              </a:lnSpc>
              <a:defRPr sz="2400" b="1" u="none">
                <a:solidFill>
                  <a:schemeClr val="tx1"/>
                </a:solidFill>
                <a:latin typeface="Tenorite" pitchFamily="2" charset="0"/>
              </a:defRPr>
            </a:lvl1pPr>
          </a:lstStyle>
          <a:p>
            <a:r>
              <a:rPr lang="en-US"/>
              <a:t>Click to add title</a:t>
            </a:r>
            <a:endParaRPr lang="en-AR"/>
          </a:p>
        </p:txBody>
      </p:sp>
      <p:pic>
        <p:nvPicPr>
          <p:cNvPr id="3" name="Picture 7" descr="Picture 7">
            <a:extLst>
              <a:ext uri="{FF2B5EF4-FFF2-40B4-BE49-F238E27FC236}">
                <a16:creationId xmlns:a16="http://schemas.microsoft.com/office/drawing/2014/main" id="{D5C14AE9-C11A-80DA-1920-E1625275658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91222" y="6526875"/>
            <a:ext cx="510259" cy="186883"/>
          </a:xfrm>
          <a:prstGeom prst="rect">
            <a:avLst/>
          </a:prstGeom>
          <a:ln w="12700">
            <a:miter lim="400000"/>
          </a:ln>
        </p:spPr>
      </p:pic>
      <p:sp>
        <p:nvSpPr>
          <p:cNvPr id="7" name="Shape 257">
            <a:extLst>
              <a:ext uri="{FF2B5EF4-FFF2-40B4-BE49-F238E27FC236}">
                <a16:creationId xmlns:a16="http://schemas.microsoft.com/office/drawing/2014/main" id="{FB9D7453-2BF3-9A84-FDFF-7214607593E4}"/>
              </a:ext>
            </a:extLst>
          </p:cNvPr>
          <p:cNvSpPr txBox="1">
            <a:spLocks/>
          </p:cNvSpPr>
          <p:nvPr userDrawn="1"/>
        </p:nvSpPr>
        <p:spPr>
          <a:xfrm>
            <a:off x="11643745" y="648288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chemeClr val="tx1">
                    <a:lumMod val="65000"/>
                    <a:lumOff val="35000"/>
                  </a:schemeClr>
                </a:solidFill>
                <a:latin typeface="Arial" panose="020B0604020202020204" pitchFamily="34" charset="0"/>
                <a:cs typeface="Arial" panose="020B0604020202020204" pitchFamily="34" charset="0"/>
                <a:sym typeface="Arial"/>
              </a:rPr>
              <a:pPr lvl="0"/>
              <a:t>‹#›</a:t>
            </a:fld>
            <a:endParaRPr lang="en-GB" sz="800" noProof="0">
              <a:solidFill>
                <a:schemeClr val="tx1">
                  <a:lumMod val="65000"/>
                  <a:lumOff val="35000"/>
                </a:schemeClr>
              </a:solidFill>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16070359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xt Content">
    <p:bg>
      <p:bgPr>
        <a:solidFill>
          <a:schemeClr val="bg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2" hasCustomPrompt="1"/>
          </p:nvPr>
        </p:nvSpPr>
        <p:spPr>
          <a:xfrm>
            <a:off x="350761" y="84667"/>
            <a:ext cx="1335617" cy="165059"/>
          </a:xfrm>
          <a:prstGeom prst="rect">
            <a:avLst/>
          </a:prstGeom>
        </p:spPr>
        <p:txBody>
          <a:bodyPr wrap="none" lIns="45720" tIns="0" rIns="45720" bIns="0" anchor="ctr" anchorCtr="0">
            <a:noAutofit/>
          </a:bodyPr>
          <a:lstStyle>
            <a:lvl1pPr>
              <a:defRPr lang="en-US" sz="1067" dirty="0"/>
            </a:lvl1pPr>
          </a:lstStyle>
          <a:p>
            <a:pPr marL="0" lvl="0" indent="0" defTabSz="2438339">
              <a:spcBef>
                <a:spcPts val="2667"/>
              </a:spcBef>
              <a:buNone/>
            </a:pPr>
            <a:r>
              <a:rPr lang="en-US"/>
              <a:t>0.0 Section name</a:t>
            </a:r>
          </a:p>
        </p:txBody>
      </p:sp>
      <p:sp>
        <p:nvSpPr>
          <p:cNvPr id="11" name="Title 1"/>
          <p:cNvSpPr>
            <a:spLocks noGrp="1"/>
          </p:cNvSpPr>
          <p:nvPr>
            <p:ph type="ctrTitle" hasCustomPrompt="1"/>
          </p:nvPr>
        </p:nvSpPr>
        <p:spPr>
          <a:xfrm>
            <a:off x="350760" y="345077"/>
            <a:ext cx="11509248" cy="1212791"/>
          </a:xfrm>
          <a:prstGeom prst="rect">
            <a:avLst/>
          </a:prstGeom>
          <a:noFill/>
          <a:ln w="9525">
            <a:noFill/>
            <a:miter lim="800000"/>
            <a:headEnd/>
            <a:tailEnd/>
          </a:ln>
        </p:spPr>
        <p:txBody>
          <a:bodyPr vert="horz" wrap="square" lIns="0" tIns="45720" rIns="91440" bIns="45720" numCol="1" rtlCol="0" anchor="t" anchorCtr="0" compatLnSpc="1">
            <a:prstTxWarp prst="textNoShape">
              <a:avLst/>
            </a:prstTxWarp>
            <a:noAutofit/>
          </a:bodyPr>
          <a:lstStyle>
            <a:lvl1pPr>
              <a:defRPr kumimoji="0" lang="en-US" i="0" strike="noStrike" cap="none" spc="0" normalizeH="0" baseline="0" noProof="0" dirty="0">
                <a:ln>
                  <a:noFill/>
                </a:ln>
                <a:effectLst/>
                <a:uLnTx/>
                <a:uFillTx/>
              </a:defRPr>
            </a:lvl1pPr>
          </a:lstStyle>
          <a:p>
            <a:pPr lvl="0" indent="0">
              <a:spcAft>
                <a:spcPts val="800"/>
              </a:spcAft>
              <a:buClr>
                <a:schemeClr val="tx2"/>
              </a:buClr>
              <a:buFont typeface="Arial" panose="020B0604020202020204" pitchFamily="34" charset="0"/>
            </a:pPr>
            <a:r>
              <a:rPr lang="en-US"/>
              <a:t>Long content single column</a:t>
            </a:r>
          </a:p>
        </p:txBody>
      </p:sp>
      <p:sp>
        <p:nvSpPr>
          <p:cNvPr id="25" name="Rectangle 24"/>
          <p:cNvSpPr/>
          <p:nvPr userDrawn="1"/>
        </p:nvSpPr>
        <p:spPr>
          <a:xfrm>
            <a:off x="11871327" y="6633417"/>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7" name="Footer Placeholder 4"/>
          <p:cNvSpPr txBox="1">
            <a:spLocks/>
          </p:cNvSpPr>
          <p:nvPr userDrawn="1"/>
        </p:nvSpPr>
        <p:spPr>
          <a:xfrm>
            <a:off x="10533001" y="6634231"/>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rgbClr val="000000"/>
                </a:solidFill>
                <a:latin typeface="Arial" panose="020B0604020202020204" pitchFamily="34" charset="0"/>
                <a:cs typeface="Arial" panose="020B0604020202020204" pitchFamily="34" charset="0"/>
              </a:rPr>
              <a:t>©</a:t>
            </a:r>
          </a:p>
        </p:txBody>
      </p:sp>
      <p:sp>
        <p:nvSpPr>
          <p:cNvPr id="46" name="TextBox 45"/>
          <p:cNvSpPr txBox="1"/>
          <p:nvPr userDrawn="1"/>
        </p:nvSpPr>
        <p:spPr>
          <a:xfrm>
            <a:off x="11019559" y="6578026"/>
            <a:ext cx="818116" cy="215444"/>
          </a:xfrm>
          <a:prstGeom prst="rect">
            <a:avLst/>
          </a:prstGeom>
          <a:noFill/>
        </p:spPr>
        <p:txBody>
          <a:bodyPr wrap="square" rtlCol="0">
            <a:spAutoFit/>
          </a:bodyPr>
          <a:lstStyle/>
          <a:p>
            <a:pPr algn="ctr"/>
            <a:r>
              <a:rPr lang="en-US" sz="800">
                <a:solidFill>
                  <a:srgbClr val="000000"/>
                </a:solidFill>
                <a:latin typeface="Arial" panose="020B0604020202020204" pitchFamily="34" charset="0"/>
                <a:cs typeface="Arial" panose="020B0604020202020204" pitchFamily="34" charset="0"/>
              </a:rPr>
              <a:t>confidential</a:t>
            </a:r>
          </a:p>
        </p:txBody>
      </p:sp>
      <p:sp>
        <p:nvSpPr>
          <p:cNvPr id="47"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rgbClr val="000000"/>
                </a:solidFill>
                <a:latin typeface="Arial" panose="020B0604020202020204" pitchFamily="34" charset="0"/>
                <a:cs typeface="Arial" panose="020B0604020202020204" pitchFamily="34" charset="0"/>
                <a:sym typeface="Arial"/>
              </a:rPr>
              <a:pPr lvl="0"/>
              <a:t>‹#›</a:t>
            </a:fld>
            <a:endParaRPr lang="en-GB" sz="800" noProof="0">
              <a:solidFill>
                <a:srgbClr val="000000"/>
              </a:solidFill>
              <a:latin typeface="Arial" panose="020B0604020202020204" pitchFamily="34" charset="0"/>
              <a:cs typeface="Arial" panose="020B0604020202020204" pitchFamily="34" charset="0"/>
              <a:sym typeface="Arial"/>
            </a:endParaRPr>
          </a:p>
        </p:txBody>
      </p:sp>
      <p:grpSp>
        <p:nvGrpSpPr>
          <p:cNvPr id="15" name="Group 14"/>
          <p:cNvGrpSpPr/>
          <p:nvPr userDrawn="1"/>
        </p:nvGrpSpPr>
        <p:grpSpPr>
          <a:xfrm>
            <a:off x="95931" y="6638153"/>
            <a:ext cx="671717" cy="126295"/>
            <a:chOff x="6014087" y="4646472"/>
            <a:chExt cx="503788" cy="94721"/>
          </a:xfrm>
        </p:grpSpPr>
        <p:sp>
          <p:nvSpPr>
            <p:cNvPr id="17" name="Oval 16"/>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 </a:t>
              </a:r>
            </a:p>
          </p:txBody>
        </p:sp>
        <p:sp>
          <p:nvSpPr>
            <p:cNvPr id="18" name="Oval 17"/>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9" name="Oval 18"/>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 name="Oval 19"/>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Oval 20"/>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pic>
        <p:nvPicPr>
          <p:cNvPr id="24" name="Picture 23" descr="Logo&#10;&#10;Description automatically generated">
            <a:extLst>
              <a:ext uri="{FF2B5EF4-FFF2-40B4-BE49-F238E27FC236}">
                <a16:creationId xmlns:a16="http://schemas.microsoft.com/office/drawing/2014/main" id="{7CA7234E-9A59-440E-93BE-9F2BE54D9C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2424" t="22302" r="12183" b="21697"/>
          <a:stretch/>
        </p:blipFill>
        <p:spPr>
          <a:xfrm>
            <a:off x="10661501" y="6640589"/>
            <a:ext cx="386247" cy="143447"/>
          </a:xfrm>
          <a:prstGeom prst="rect">
            <a:avLst/>
          </a:prstGeom>
        </p:spPr>
      </p:pic>
    </p:spTree>
    <p:extLst>
      <p:ext uri="{BB962C8B-B14F-4D97-AF65-F5344CB8AC3E}">
        <p14:creationId xmlns:p14="http://schemas.microsoft.com/office/powerpoint/2010/main" val="24020619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769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_WithLogo_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093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ivider_Snowboarder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E1CCF0E-1904-7429-7D98-9B8D3A434357}"/>
              </a:ext>
            </a:extLst>
          </p:cNvPr>
          <p:cNvSpPr>
            <a:spLocks noGrp="1"/>
          </p:cNvSpPr>
          <p:nvPr>
            <p:ph type="pic" sz="quarter" idx="53"/>
          </p:nvPr>
        </p:nvSpPr>
        <p:spPr>
          <a:xfrm>
            <a:off x="0" y="0"/>
            <a:ext cx="12192000" cy="6858000"/>
          </a:xfrm>
        </p:spPr>
        <p:txBody>
          <a:bodyPr/>
          <a:lstStyle/>
          <a:p>
            <a:endParaRPr lang="en-US"/>
          </a:p>
        </p:txBody>
      </p:sp>
      <p:sp>
        <p:nvSpPr>
          <p:cNvPr id="5" name="Rectángulo 7">
            <a:extLst>
              <a:ext uri="{FF2B5EF4-FFF2-40B4-BE49-F238E27FC236}">
                <a16:creationId xmlns:a16="http://schemas.microsoft.com/office/drawing/2014/main" id="{DBF5B281-A304-91A0-1B48-BAD11BA4E8C9}"/>
              </a:ext>
            </a:extLst>
          </p:cNvPr>
          <p:cNvSpPr/>
          <p:nvPr userDrawn="1"/>
        </p:nvSpPr>
        <p:spPr>
          <a:xfrm>
            <a:off x="0" y="0"/>
            <a:ext cx="12193590" cy="6858000"/>
          </a:xfrm>
          <a:prstGeom prst="rect">
            <a:avLst/>
          </a:prstGeom>
          <a:gradFill>
            <a:gsLst>
              <a:gs pos="0">
                <a:srgbClr val="000000">
                  <a:alpha val="21000"/>
                </a:srgbClr>
              </a:gs>
              <a:gs pos="100000">
                <a:srgbClr val="000000">
                  <a:alpha val="40146"/>
                </a:srgbClr>
              </a:gs>
            </a:gsLst>
            <a:lin ang="10800000"/>
          </a:gradFill>
          <a:ln w="12700">
            <a:noFill/>
            <a:miter/>
          </a:ln>
        </p:spPr>
        <p:txBody>
          <a:bodyPr lIns="45719" rIns="45719" anchor="ctr"/>
          <a:lstStyle/>
          <a:p>
            <a:pPr algn="ctr">
              <a:defRPr>
                <a:solidFill>
                  <a:srgbClr val="FFFFFF"/>
                </a:solidFill>
              </a:defRPr>
            </a:pPr>
            <a:endParaRPr/>
          </a:p>
        </p:txBody>
      </p:sp>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FDB059-C632-1B9B-3AC0-F6E465CA7F63}"/>
              </a:ext>
            </a:extLst>
          </p:cNvPr>
          <p:cNvSpPr>
            <a:spLocks noGrp="1"/>
          </p:cNvSpPr>
          <p:nvPr>
            <p:ph type="body" idx="51" hasCustomPrompt="1"/>
          </p:nvPr>
        </p:nvSpPr>
        <p:spPr>
          <a:xfrm rot="16200000">
            <a:off x="-287193" y="1287878"/>
            <a:ext cx="2085771" cy="332361"/>
          </a:xfrm>
          <a:prstGeom prst="rect">
            <a:avLst/>
          </a:prstGeom>
        </p:spPr>
        <p:txBody>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7" name="Title 1">
            <a:extLst>
              <a:ext uri="{FF2B5EF4-FFF2-40B4-BE49-F238E27FC236}">
                <a16:creationId xmlns:a16="http://schemas.microsoft.com/office/drawing/2014/main" id="{224F6414-9B23-4389-240D-3E7042225F5F}"/>
              </a:ext>
            </a:extLst>
          </p:cNvPr>
          <p:cNvSpPr>
            <a:spLocks noGrp="1"/>
          </p:cNvSpPr>
          <p:nvPr>
            <p:ph type="title" hasCustomPrompt="1"/>
          </p:nvPr>
        </p:nvSpPr>
        <p:spPr>
          <a:xfrm>
            <a:off x="1200150" y="1606551"/>
            <a:ext cx="3621232" cy="831849"/>
          </a:xfrm>
          <a:prstGeom prst="rect">
            <a:avLst/>
          </a:prstGeom>
        </p:spPr>
        <p:txBody>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pic>
        <p:nvPicPr>
          <p:cNvPr id="10" name="Picture 9">
            <a:extLst>
              <a:ext uri="{FF2B5EF4-FFF2-40B4-BE49-F238E27FC236}">
                <a16:creationId xmlns:a16="http://schemas.microsoft.com/office/drawing/2014/main" id="{2EB22520-5BCB-7136-084A-5209245B730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47539" y="6212624"/>
            <a:ext cx="960550" cy="480276"/>
          </a:xfrm>
          <a:prstGeom prst="rect">
            <a:avLst/>
          </a:prstGeom>
          <a:ln w="12700">
            <a:miter lim="400000"/>
          </a:ln>
        </p:spPr>
      </p:pic>
      <p:sp>
        <p:nvSpPr>
          <p:cNvPr id="2" name="Text Placeholder 7">
            <a:extLst>
              <a:ext uri="{FF2B5EF4-FFF2-40B4-BE49-F238E27FC236}">
                <a16:creationId xmlns:a16="http://schemas.microsoft.com/office/drawing/2014/main" id="{306AB036-A197-BB79-AB2C-D837C2790057}"/>
              </a:ext>
            </a:extLst>
          </p:cNvPr>
          <p:cNvSpPr>
            <a:spLocks noGrp="1"/>
          </p:cNvSpPr>
          <p:nvPr>
            <p:ph type="body" sz="quarter" idx="52" hasCustomPrompt="1"/>
          </p:nvPr>
        </p:nvSpPr>
        <p:spPr>
          <a:xfrm>
            <a:off x="5352585" y="1606551"/>
            <a:ext cx="8251903" cy="4094162"/>
          </a:xfrm>
          <a:prstGeom prst="rect">
            <a:avLst/>
          </a:prstGeom>
        </p:spPr>
        <p:txBody>
          <a:bodyPr/>
          <a:lstStyle>
            <a:lvl1pPr marL="0" indent="0">
              <a:buNone/>
              <a:defRPr sz="39500" b="0" spc="-300">
                <a:solidFill>
                  <a:schemeClr val="bg1"/>
                </a:solidFill>
                <a:latin typeface="Tenorite" pitchFamily="2" charset="0"/>
              </a:defRPr>
            </a:lvl1pPr>
          </a:lstStyle>
          <a:p>
            <a:pPr lvl="0"/>
            <a:r>
              <a:rPr lang="en-AR"/>
              <a:t>##.</a:t>
            </a:r>
          </a:p>
        </p:txBody>
      </p:sp>
    </p:spTree>
    <p:extLst>
      <p:ext uri="{BB962C8B-B14F-4D97-AF65-F5344CB8AC3E}">
        <p14:creationId xmlns:p14="http://schemas.microsoft.com/office/powerpoint/2010/main" val="8661966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7878-8D76-BAC3-DAAA-3E74436990BA}"/>
              </a:ext>
            </a:extLst>
          </p:cNvPr>
          <p:cNvSpPr>
            <a:spLocks noGrp="1"/>
          </p:cNvSpPr>
          <p:nvPr>
            <p:ph type="title"/>
          </p:nvPr>
        </p:nvSpPr>
        <p:spPr>
          <a:xfrm>
            <a:off x="468550" y="535022"/>
            <a:ext cx="6340813" cy="601191"/>
          </a:xfrm>
        </p:spPr>
        <p:txBody>
          <a:bodyPr>
            <a:normAutofit/>
          </a:bodyPr>
          <a:lstStyle>
            <a:lvl1pPr>
              <a:defRPr sz="2000">
                <a:latin typeface="Arial" panose="020B0604020202020204" pitchFamily="34" charset="0"/>
                <a:cs typeface="Arial" panose="020B0604020202020204" pitchFamily="34" charset="0"/>
              </a:defRPr>
            </a:lvl1pPr>
          </a:lstStyle>
          <a:p>
            <a:r>
              <a:rPr lang="en-GB"/>
              <a:t>Click to edit Master title style</a:t>
            </a:r>
            <a:endParaRPr lang="en-US"/>
          </a:p>
        </p:txBody>
      </p:sp>
      <p:pic>
        <p:nvPicPr>
          <p:cNvPr id="7" name="Image" descr="Image">
            <a:extLst>
              <a:ext uri="{FF2B5EF4-FFF2-40B4-BE49-F238E27FC236}">
                <a16:creationId xmlns:a16="http://schemas.microsoft.com/office/drawing/2014/main" id="{0B688ED8-67F1-A7E0-38C7-14F3D71E456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33905" y="7041431"/>
            <a:ext cx="2189988" cy="2189988"/>
          </a:xfrm>
          <a:prstGeom prst="rect">
            <a:avLst/>
          </a:prstGeom>
          <a:ln w="12700">
            <a:miter lim="400000"/>
          </a:ln>
        </p:spPr>
      </p:pic>
    </p:spTree>
    <p:extLst>
      <p:ext uri="{BB962C8B-B14F-4D97-AF65-F5344CB8AC3E}">
        <p14:creationId xmlns:p14="http://schemas.microsoft.com/office/powerpoint/2010/main" val="3302709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2_Content slide ">
    <p:bg>
      <p:bgPr>
        <a:solidFill>
          <a:schemeClr val="bg1"/>
        </a:solidFill>
        <a:effectLst/>
      </p:bgPr>
    </p:bg>
    <p:spTree>
      <p:nvGrpSpPr>
        <p:cNvPr id="1" name=""/>
        <p:cNvGrpSpPr/>
        <p:nvPr/>
      </p:nvGrpSpPr>
      <p:grpSpPr>
        <a:xfrm>
          <a:off x="0" y="0"/>
          <a:ext cx="0" cy="0"/>
          <a:chOff x="0" y="0"/>
          <a:chExt cx="0" cy="0"/>
        </a:xfrm>
      </p:grpSpPr>
      <p:sp>
        <p:nvSpPr>
          <p:cNvPr id="3" name="Rectangle 2"/>
          <p:cNvSpPr/>
          <p:nvPr userDrawn="1"/>
        </p:nvSpPr>
        <p:spPr>
          <a:xfrm>
            <a:off x="0" y="6618550"/>
            <a:ext cx="1042931" cy="190500"/>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1467">
              <a:solidFill>
                <a:schemeClr val="accent2"/>
              </a:solidFill>
              <a:latin typeface="Arial" panose="020B0604020202020204" pitchFamily="34" charset="0"/>
              <a:cs typeface="Arial" panose="020B0604020202020204" pitchFamily="34" charset="0"/>
            </a:endParaRPr>
          </a:p>
        </p:txBody>
      </p:sp>
      <p:cxnSp>
        <p:nvCxnSpPr>
          <p:cNvPr id="17" name="Lige forbindelse 8"/>
          <p:cNvCxnSpPr>
            <a:cxnSpLocks/>
          </p:cNvCxnSpPr>
          <p:nvPr userDrawn="1"/>
        </p:nvCxnSpPr>
        <p:spPr>
          <a:xfrm>
            <a:off x="9550399" y="6594996"/>
            <a:ext cx="26448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a:grpSpLocks noChangeAspect="1"/>
          </p:cNvGrpSpPr>
          <p:nvPr userDrawn="1"/>
        </p:nvGrpSpPr>
        <p:grpSpPr>
          <a:xfrm>
            <a:off x="95872" y="6671165"/>
            <a:ext cx="609600" cy="114617"/>
            <a:chOff x="6014087" y="4646472"/>
            <a:chExt cx="503788" cy="94721"/>
          </a:xfrm>
        </p:grpSpPr>
        <p:sp>
          <p:nvSpPr>
            <p:cNvPr id="27" name="Oval 26"/>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625113" eaLnBrk="1" fontAlgn="auto" latinLnBrk="0" hangingPunct="1">
                <a:lnSpc>
                  <a:spcPct val="100000"/>
                </a:lnSpc>
                <a:spcBef>
                  <a:spcPts val="0"/>
                </a:spcBef>
                <a:spcAft>
                  <a:spcPts val="0"/>
                </a:spcAft>
                <a:buClrTx/>
                <a:buSzTx/>
                <a:buFontTx/>
                <a:buNone/>
                <a:tabLst/>
                <a:defRPr/>
              </a:pPr>
              <a:r>
                <a:rPr kumimoji="0" lang="en-US" sz="3199" b="0" i="0" u="none" strike="noStrike" kern="0" cap="none" spc="0" normalizeH="0" baseline="0" noProof="0">
                  <a:ln>
                    <a:noFill/>
                  </a:ln>
                  <a:solidFill>
                    <a:srgbClr val="000000"/>
                  </a:solidFill>
                  <a:effectLst/>
                  <a:uLnTx/>
                  <a:uFillTx/>
                </a:rPr>
                <a:t> </a:t>
              </a:r>
            </a:p>
          </p:txBody>
        </p:sp>
        <p:sp>
          <p:nvSpPr>
            <p:cNvPr id="28" name="Oval 27"/>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defTabSz="1625113" eaLnBrk="1" fontAlgn="auto" latinLnBrk="0" hangingPunct="1">
                <a:lnSpc>
                  <a:spcPct val="100000"/>
                </a:lnSpc>
                <a:spcBef>
                  <a:spcPts val="0"/>
                </a:spcBef>
                <a:spcAft>
                  <a:spcPts val="0"/>
                </a:spcAft>
                <a:buClrTx/>
                <a:buSzTx/>
                <a:buFontTx/>
                <a:buNone/>
                <a:tabLst/>
                <a:defRPr/>
              </a:pPr>
              <a:endParaRPr kumimoji="0" lang="en-US" sz="3199" b="0" i="0" u="none" strike="noStrike" kern="0" cap="none" spc="0" normalizeH="0" baseline="0" noProof="0">
                <a:ln>
                  <a:noFill/>
                </a:ln>
                <a:solidFill>
                  <a:srgbClr val="000000"/>
                </a:solidFill>
                <a:effectLst/>
                <a:uLnTx/>
                <a:uFillTx/>
              </a:endParaRPr>
            </a:p>
          </p:txBody>
        </p:sp>
        <p:sp>
          <p:nvSpPr>
            <p:cNvPr id="29" name="Oval 28"/>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defTabSz="1625113" eaLnBrk="1" fontAlgn="auto" latinLnBrk="0" hangingPunct="1">
                <a:lnSpc>
                  <a:spcPct val="100000"/>
                </a:lnSpc>
                <a:spcBef>
                  <a:spcPts val="0"/>
                </a:spcBef>
                <a:spcAft>
                  <a:spcPts val="0"/>
                </a:spcAft>
                <a:buClrTx/>
                <a:buSzTx/>
                <a:buFontTx/>
                <a:buNone/>
                <a:tabLst/>
                <a:defRPr/>
              </a:pPr>
              <a:endParaRPr kumimoji="0" lang="en-US" sz="3199" b="0" i="0" u="none" strike="noStrike" kern="0" cap="none" spc="0" normalizeH="0" baseline="0" noProof="0">
                <a:ln>
                  <a:noFill/>
                </a:ln>
                <a:solidFill>
                  <a:srgbClr val="000000"/>
                </a:solidFill>
                <a:effectLst/>
                <a:uLnTx/>
                <a:uFillTx/>
              </a:endParaRPr>
            </a:p>
          </p:txBody>
        </p:sp>
        <p:sp>
          <p:nvSpPr>
            <p:cNvPr id="30" name="Oval 29"/>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defTabSz="1625113" eaLnBrk="1" fontAlgn="auto" latinLnBrk="0" hangingPunct="1">
                <a:lnSpc>
                  <a:spcPct val="100000"/>
                </a:lnSpc>
                <a:spcBef>
                  <a:spcPts val="0"/>
                </a:spcBef>
                <a:spcAft>
                  <a:spcPts val="0"/>
                </a:spcAft>
                <a:buClrTx/>
                <a:buSzTx/>
                <a:buFontTx/>
                <a:buNone/>
                <a:tabLst/>
                <a:defRPr/>
              </a:pPr>
              <a:endParaRPr kumimoji="0" lang="en-US" sz="3199" b="0" i="0" u="none" strike="noStrike" kern="0" cap="none" spc="0" normalizeH="0" baseline="0" noProof="0">
                <a:ln>
                  <a:noFill/>
                </a:ln>
                <a:solidFill>
                  <a:srgbClr val="000000"/>
                </a:solidFill>
                <a:effectLst/>
                <a:uLnTx/>
                <a:uFillTx/>
              </a:endParaRPr>
            </a:p>
          </p:txBody>
        </p:sp>
        <p:sp>
          <p:nvSpPr>
            <p:cNvPr id="31" name="Oval 30"/>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defTabSz="1625113" eaLnBrk="1" fontAlgn="auto" latinLnBrk="0" hangingPunct="1">
                <a:lnSpc>
                  <a:spcPct val="100000"/>
                </a:lnSpc>
                <a:spcBef>
                  <a:spcPts val="0"/>
                </a:spcBef>
                <a:spcAft>
                  <a:spcPts val="0"/>
                </a:spcAft>
                <a:buClrTx/>
                <a:buSzTx/>
                <a:buFontTx/>
                <a:buNone/>
                <a:tabLst/>
                <a:defRPr/>
              </a:pPr>
              <a:endParaRPr kumimoji="0" lang="en-US" sz="3199" b="0" i="0" u="none" strike="noStrike" kern="0" cap="none" spc="0" normalizeH="0" baseline="0" noProof="0">
                <a:ln>
                  <a:noFill/>
                </a:ln>
                <a:solidFill>
                  <a:srgbClr val="000000"/>
                </a:solidFill>
                <a:effectLst/>
                <a:uLnTx/>
                <a:uFillTx/>
              </a:endParaRPr>
            </a:p>
          </p:txBody>
        </p:sp>
      </p:grpSp>
      <p:sp>
        <p:nvSpPr>
          <p:cNvPr id="4" name="Rectangle 3"/>
          <p:cNvSpPr/>
          <p:nvPr userDrawn="1"/>
        </p:nvSpPr>
        <p:spPr>
          <a:xfrm>
            <a:off x="9501451" y="6559635"/>
            <a:ext cx="2679059" cy="60959"/>
          </a:xfrm>
          <a:prstGeom prst="rect">
            <a:avLst/>
          </a:prstGeom>
          <a:solidFill>
            <a:schemeClr val="bg1"/>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1467">
              <a:solidFill>
                <a:schemeClr val="accent2"/>
              </a:solidFill>
              <a:latin typeface="Arial" panose="020B0604020202020204" pitchFamily="34" charset="0"/>
              <a:cs typeface="Arial" panose="020B0604020202020204" pitchFamily="34" charset="0"/>
            </a:endParaRPr>
          </a:p>
        </p:txBody>
      </p:sp>
      <p:sp>
        <p:nvSpPr>
          <p:cNvPr id="24" name="Title 1"/>
          <p:cNvSpPr>
            <a:spLocks noGrp="1"/>
          </p:cNvSpPr>
          <p:nvPr>
            <p:ph type="ctrTitle" hasCustomPrompt="1"/>
          </p:nvPr>
        </p:nvSpPr>
        <p:spPr>
          <a:xfrm>
            <a:off x="109728" y="85348"/>
            <a:ext cx="7805541" cy="6488976"/>
          </a:xfrm>
          <a:prstGeom prst="rect">
            <a:avLst/>
          </a:prstGeom>
          <a:noFill/>
        </p:spPr>
        <p:txBody>
          <a:bodyPr wrap="square" lIns="0" rtlCol="0" anchor="t" anchorCtr="0">
            <a:noAutofit/>
          </a:bodyPr>
          <a:lstStyle>
            <a:lvl1pPr marL="0" algn="l">
              <a:lnSpc>
                <a:spcPct val="80000"/>
              </a:lnSpc>
              <a:tabLst>
                <a:tab pos="609418" algn="l"/>
              </a:tabLst>
              <a:defRPr lang="en-US" sz="2267" b="1" u="none" dirty="0">
                <a:solidFill>
                  <a:srgbClr val="034EA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endParaRPr lang="en-US"/>
          </a:p>
        </p:txBody>
      </p:sp>
      <p:sp>
        <p:nvSpPr>
          <p:cNvPr id="23" name="Rectangle 22"/>
          <p:cNvSpPr/>
          <p:nvPr userDrawn="1"/>
        </p:nvSpPr>
        <p:spPr>
          <a:xfrm>
            <a:off x="11871327" y="6633418"/>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5" name="Freeform 5"/>
          <p:cNvSpPr>
            <a:spLocks noEditPoints="1"/>
          </p:cNvSpPr>
          <p:nvPr userDrawn="1"/>
        </p:nvSpPr>
        <p:spPr bwMode="auto">
          <a:xfrm>
            <a:off x="10669365" y="6637407"/>
            <a:ext cx="376775" cy="145943"/>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2" name="TextBox 31"/>
          <p:cNvSpPr txBox="1"/>
          <p:nvPr userDrawn="1"/>
        </p:nvSpPr>
        <p:spPr>
          <a:xfrm>
            <a:off x="11019559" y="6578026"/>
            <a:ext cx="818116" cy="215444"/>
          </a:xfrm>
          <a:prstGeom prst="rect">
            <a:avLst/>
          </a:prstGeom>
          <a:noFill/>
        </p:spPr>
        <p:txBody>
          <a:bodyPr wrap="square" rtlCol="0">
            <a:spAutoFit/>
          </a:bodyPr>
          <a:lstStyle/>
          <a:p>
            <a:pPr algn="ctr"/>
            <a:r>
              <a:rPr lang="en-US" sz="800">
                <a:solidFill>
                  <a:schemeClr val="tx1">
                    <a:lumMod val="65000"/>
                    <a:lumOff val="35000"/>
                  </a:schemeClr>
                </a:solidFill>
                <a:latin typeface="Arial" panose="020B0604020202020204" pitchFamily="34" charset="0"/>
                <a:cs typeface="Arial" panose="020B0604020202020204" pitchFamily="34" charset="0"/>
              </a:rPr>
              <a:t>confidential</a:t>
            </a:r>
          </a:p>
        </p:txBody>
      </p:sp>
      <p:sp>
        <p:nvSpPr>
          <p:cNvPr id="33"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chemeClr val="tx1">
                    <a:lumMod val="65000"/>
                    <a:lumOff val="35000"/>
                  </a:schemeClr>
                </a:solidFill>
                <a:latin typeface="Arial" panose="020B0604020202020204" pitchFamily="34" charset="0"/>
                <a:cs typeface="Arial" panose="020B0604020202020204" pitchFamily="34" charset="0"/>
                <a:sym typeface="Arial"/>
              </a:rPr>
              <a:pPr lvl="0"/>
              <a:t>‹#›</a:t>
            </a:fld>
            <a:endParaRPr lang="en-GB" sz="800" noProof="0">
              <a:solidFill>
                <a:schemeClr val="tx1">
                  <a:lumMod val="65000"/>
                  <a:lumOff val="35000"/>
                </a:schemeClr>
              </a:solidFill>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2713993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B500-7873-29CF-A005-004A4B53456C}"/>
              </a:ext>
            </a:extLst>
          </p:cNvPr>
          <p:cNvSpPr>
            <a:spLocks noGrp="1"/>
          </p:cNvSpPr>
          <p:nvPr>
            <p:ph type="title" hasCustomPrompt="1"/>
          </p:nvPr>
        </p:nvSpPr>
        <p:spPr>
          <a:xfrm>
            <a:off x="381000" y="311857"/>
            <a:ext cx="11429504" cy="846383"/>
          </a:xfrm>
        </p:spPr>
        <p:txBody>
          <a:bodyPr>
            <a:normAutofit/>
          </a:bodyPr>
          <a:lstStyle>
            <a:lvl1pPr>
              <a:defRPr sz="3600"/>
            </a:lvl1pPr>
          </a:lstStyle>
          <a:p>
            <a:r>
              <a:rPr lang="en-US"/>
              <a:t>Click to add title</a:t>
            </a:r>
          </a:p>
        </p:txBody>
      </p:sp>
      <p:sp>
        <p:nvSpPr>
          <p:cNvPr id="3" name="Número de diapositiva">
            <a:extLst>
              <a:ext uri="{FF2B5EF4-FFF2-40B4-BE49-F238E27FC236}">
                <a16:creationId xmlns:a16="http://schemas.microsoft.com/office/drawing/2014/main" id="{DDD7850D-BBD9-6409-35D5-EA6AD73A5270}"/>
              </a:ext>
            </a:extLst>
          </p:cNvPr>
          <p:cNvSpPr txBox="1">
            <a:spLocks noGrp="1"/>
          </p:cNvSpPr>
          <p:nvPr>
            <p:ph type="sldNum" sz="quarter" idx="4"/>
          </p:nvPr>
        </p:nvSpPr>
        <p:spPr>
          <a:xfrm>
            <a:off x="11516763" y="6438479"/>
            <a:ext cx="402187" cy="226790"/>
          </a:xfrm>
          <a:prstGeom prst="rect">
            <a:avLst/>
          </a:prstGeom>
        </p:spPr>
        <p:txBody>
          <a:bodyPr/>
          <a:lstStyle>
            <a:lvl1pPr>
              <a:defRPr sz="700">
                <a:latin typeface="Tenorite" pitchFamily="2" charset="0"/>
              </a:defRPr>
            </a:lvl1pPr>
          </a:lstStyle>
          <a:p>
            <a:fld id="{86CB4B4D-7CA3-9044-876B-883B54F8677D}" type="slidenum">
              <a:rPr lang="en-US" noProof="0" smtClean="0"/>
              <a:pPr/>
              <a:t>‹#›</a:t>
            </a:fld>
            <a:endParaRPr lang="en-US" noProof="0"/>
          </a:p>
        </p:txBody>
      </p:sp>
    </p:spTree>
    <p:extLst>
      <p:ext uri="{BB962C8B-B14F-4D97-AF65-F5344CB8AC3E}">
        <p14:creationId xmlns:p14="http://schemas.microsoft.com/office/powerpoint/2010/main" val="1046495618"/>
      </p:ext>
    </p:extLst>
  </p:cSld>
  <p:clrMapOvr>
    <a:masterClrMapping/>
  </p:clrMapOvr>
  <p:extLst>
    <p:ext uri="{DCECCB84-F9BA-43D5-87BE-67443E8EF086}">
      <p15:sldGuideLst xmlns:p15="http://schemas.microsoft.com/office/powerpoint/2012/main">
        <p15:guide id="1" orient="horz" pos="192">
          <p15:clr>
            <a:srgbClr val="FBAE40"/>
          </p15:clr>
        </p15:guide>
        <p15:guide id="2" pos="240">
          <p15:clr>
            <a:srgbClr val="FBAE40"/>
          </p15:clr>
        </p15:guide>
        <p15:guide id="3" pos="7440">
          <p15:clr>
            <a:srgbClr val="FBAE40"/>
          </p15:clr>
        </p15:guide>
        <p15:guide id="4" orient="horz" pos="398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F8CB21B-ABF3-4302-AC42-5299D40465D8}"/>
              </a:ext>
            </a:extLst>
          </p:cNvPr>
          <p:cNvSpPr>
            <a:spLocks noGrp="1"/>
          </p:cNvSpPr>
          <p:nvPr>
            <p:ph type="ctrTitle" hasCustomPrompt="1"/>
          </p:nvPr>
        </p:nvSpPr>
        <p:spPr>
          <a:xfrm>
            <a:off x="568152" y="644979"/>
            <a:ext cx="9579067" cy="511267"/>
          </a:xfrm>
          <a:prstGeom prst="rect">
            <a:avLst/>
          </a:prstGeom>
          <a:noFill/>
        </p:spPr>
        <p:txBody>
          <a:bodyPr wrap="square" lIns="0" rtlCol="0" anchor="ctr" anchorCtr="0">
            <a:noAutofit/>
          </a:bodyPr>
          <a:lstStyle>
            <a:lvl1pPr marL="0" algn="l">
              <a:lnSpc>
                <a:spcPct val="98000"/>
              </a:lnSpc>
              <a:tabLst>
                <a:tab pos="609570" algn="l"/>
              </a:tabLst>
              <a:defRPr lang="en-US" sz="2400" b="1" u="none" dirty="0">
                <a:solidFill>
                  <a:schemeClr val="bg2">
                    <a:lumMod val="10000"/>
                  </a:schemeClr>
                </a:solidFill>
                <a:latin typeface="Arial" panose="020B0604020202020204" pitchFamily="34" charset="0"/>
                <a:ea typeface="+mn-ea"/>
                <a:cs typeface="Arial" panose="020B0604020202020204" pitchFamily="34" charset="0"/>
              </a:defRPr>
            </a:lvl1pPr>
          </a:lstStyle>
          <a:p>
            <a:pPr marL="0" lvl="0" algn="l"/>
            <a:r>
              <a:rPr lang="en-US"/>
              <a:t>Click to add title</a:t>
            </a:r>
          </a:p>
        </p:txBody>
      </p:sp>
      <p:sp>
        <p:nvSpPr>
          <p:cNvPr id="13" name="Rectangle 12"/>
          <p:cNvSpPr/>
          <p:nvPr userDrawn="1"/>
        </p:nvSpPr>
        <p:spPr>
          <a:xfrm>
            <a:off x="11871327" y="6609023"/>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199">
              <a:latin typeface="Arial" panose="020B0604020202020204" pitchFamily="34" charset="0"/>
              <a:cs typeface="Arial" panose="020B0604020202020204" pitchFamily="34" charset="0"/>
            </a:endParaRPr>
          </a:p>
        </p:txBody>
      </p:sp>
      <p:sp>
        <p:nvSpPr>
          <p:cNvPr id="14" name="Footer Placeholder 4"/>
          <p:cNvSpPr txBox="1">
            <a:spLocks/>
          </p:cNvSpPr>
          <p:nvPr userDrawn="1"/>
        </p:nvSpPr>
        <p:spPr>
          <a:xfrm>
            <a:off x="10533001" y="6629793"/>
            <a:ext cx="110832" cy="148963"/>
          </a:xfrm>
          <a:prstGeom prst="rect">
            <a:avLst/>
          </a:prstGeom>
          <a:noFill/>
        </p:spPr>
        <p:txBody>
          <a:bodyPr vert="horz" lIns="0" tIns="60944" rIns="0" bIns="60944"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rgbClr val="000000"/>
                </a:solidFill>
                <a:latin typeface="Arial" panose="020B0604020202020204" pitchFamily="34" charset="0"/>
                <a:cs typeface="Arial" panose="020B0604020202020204" pitchFamily="34" charset="0"/>
              </a:rPr>
              <a:t>©</a:t>
            </a:r>
          </a:p>
        </p:txBody>
      </p:sp>
      <p:sp>
        <p:nvSpPr>
          <p:cNvPr id="15" name="TextBox 14"/>
          <p:cNvSpPr txBox="1"/>
          <p:nvPr userDrawn="1"/>
        </p:nvSpPr>
        <p:spPr>
          <a:xfrm>
            <a:off x="11019561" y="6596551"/>
            <a:ext cx="818116" cy="215444"/>
          </a:xfrm>
          <a:prstGeom prst="rect">
            <a:avLst/>
          </a:prstGeom>
          <a:noFill/>
        </p:spPr>
        <p:txBody>
          <a:bodyPr wrap="square" rtlCol="0">
            <a:spAutoFit/>
          </a:bodyPr>
          <a:lstStyle/>
          <a:p>
            <a:pPr algn="ctr"/>
            <a:r>
              <a:rPr lang="en-US" sz="800">
                <a:solidFill>
                  <a:srgbClr val="000000"/>
                </a:solidFill>
                <a:latin typeface="Arial" panose="020B0604020202020204" pitchFamily="34" charset="0"/>
                <a:cs typeface="Arial" panose="020B0604020202020204" pitchFamily="34" charset="0"/>
              </a:rPr>
              <a:t>confidential</a:t>
            </a:r>
          </a:p>
        </p:txBody>
      </p:sp>
      <p:sp>
        <p:nvSpPr>
          <p:cNvPr id="16"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44" rIns="0" bIns="60944"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rgbClr val="000000"/>
                </a:solidFill>
                <a:latin typeface="Arial" panose="020B0604020202020204" pitchFamily="34" charset="0"/>
                <a:cs typeface="Arial" panose="020B0604020202020204" pitchFamily="34" charset="0"/>
                <a:sym typeface="Arial"/>
              </a:rPr>
              <a:pPr lvl="0"/>
              <a:t>‹#›</a:t>
            </a:fld>
            <a:endParaRPr lang="en-GB" sz="800" noProof="0">
              <a:solidFill>
                <a:srgbClr val="000000"/>
              </a:solidFill>
              <a:latin typeface="Arial" panose="020B0604020202020204" pitchFamily="34" charset="0"/>
              <a:cs typeface="Arial" panose="020B0604020202020204" pitchFamily="34" charset="0"/>
              <a:sym typeface="Arial"/>
            </a:endParaRPr>
          </a:p>
        </p:txBody>
      </p:sp>
      <p:grpSp>
        <p:nvGrpSpPr>
          <p:cNvPr id="17" name="Group 16"/>
          <p:cNvGrpSpPr/>
          <p:nvPr userDrawn="1"/>
        </p:nvGrpSpPr>
        <p:grpSpPr>
          <a:xfrm>
            <a:off x="95932" y="6641129"/>
            <a:ext cx="671717" cy="126295"/>
            <a:chOff x="6014087" y="4646472"/>
            <a:chExt cx="503788" cy="94721"/>
          </a:xfrm>
        </p:grpSpPr>
        <p:sp>
          <p:nvSpPr>
            <p:cNvPr id="18" name="Oval 17"/>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8864"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 </a:t>
              </a:r>
            </a:p>
          </p:txBody>
        </p:sp>
        <p:sp>
          <p:nvSpPr>
            <p:cNvPr id="19" name="Oval 18"/>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defTabSz="1218864" eaLnBrk="1" fontAlgn="auto" latinLnBrk="0" hangingPunct="1">
                <a:lnSpc>
                  <a:spcPct val="100000"/>
                </a:lnSpc>
                <a:spcBef>
                  <a:spcPts val="0"/>
                </a:spcBef>
                <a:spcAft>
                  <a:spcPts val="0"/>
                </a:spcAft>
                <a:buClrTx/>
                <a:buSzTx/>
                <a:buFontTx/>
                <a:buNone/>
                <a:tabLst/>
                <a:defRPr/>
              </a:pPr>
              <a:endParaRPr kumimoji="0" lang="en-US" sz="2399"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 name="Oval 19"/>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defTabSz="1218864" eaLnBrk="1" fontAlgn="auto" latinLnBrk="0" hangingPunct="1">
                <a:lnSpc>
                  <a:spcPct val="100000"/>
                </a:lnSpc>
                <a:spcBef>
                  <a:spcPts val="0"/>
                </a:spcBef>
                <a:spcAft>
                  <a:spcPts val="0"/>
                </a:spcAft>
                <a:buClrTx/>
                <a:buSzTx/>
                <a:buFontTx/>
                <a:buNone/>
                <a:tabLst/>
                <a:defRPr/>
              </a:pPr>
              <a:endParaRPr kumimoji="0" lang="en-US" sz="2399"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Oval 20"/>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defTabSz="1218864" eaLnBrk="1" fontAlgn="auto" latinLnBrk="0" hangingPunct="1">
                <a:lnSpc>
                  <a:spcPct val="100000"/>
                </a:lnSpc>
                <a:spcBef>
                  <a:spcPts val="0"/>
                </a:spcBef>
                <a:spcAft>
                  <a:spcPts val="0"/>
                </a:spcAft>
                <a:buClrTx/>
                <a:buSzTx/>
                <a:buFontTx/>
                <a:buNone/>
                <a:tabLst/>
                <a:defRPr/>
              </a:pPr>
              <a:endParaRPr kumimoji="0" lang="en-US" sz="2399"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2" name="Oval 21"/>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defTabSz="1218864" eaLnBrk="1" fontAlgn="auto" latinLnBrk="0" hangingPunct="1">
                <a:lnSpc>
                  <a:spcPct val="100000"/>
                </a:lnSpc>
                <a:spcBef>
                  <a:spcPts val="0"/>
                </a:spcBef>
                <a:spcAft>
                  <a:spcPts val="0"/>
                </a:spcAft>
                <a:buClrTx/>
                <a:buSzTx/>
                <a:buFontTx/>
                <a:buNone/>
                <a:tabLst/>
                <a:defRPr/>
              </a:pPr>
              <a:endParaRPr kumimoji="0" lang="en-US" sz="2399"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pic>
        <p:nvPicPr>
          <p:cNvPr id="23" name="Picture 22" descr="Logo&#10;&#10;Description automatically generated">
            <a:extLst>
              <a:ext uri="{FF2B5EF4-FFF2-40B4-BE49-F238E27FC236}">
                <a16:creationId xmlns:a16="http://schemas.microsoft.com/office/drawing/2014/main" id="{7CA7234E-9A59-440E-93BE-9F2BE54D9C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661502" y="6632553"/>
            <a:ext cx="386247" cy="143447"/>
          </a:xfrm>
          <a:prstGeom prst="rect">
            <a:avLst/>
          </a:prstGeom>
        </p:spPr>
      </p:pic>
    </p:spTree>
    <p:extLst>
      <p:ext uri="{BB962C8B-B14F-4D97-AF65-F5344CB8AC3E}">
        <p14:creationId xmlns:p14="http://schemas.microsoft.com/office/powerpoint/2010/main" val="33610037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16" name="Title 5">
            <a:extLst>
              <a:ext uri="{FF2B5EF4-FFF2-40B4-BE49-F238E27FC236}">
                <a16:creationId xmlns:a16="http://schemas.microsoft.com/office/drawing/2014/main" id="{EC0D711C-FD20-4946-B9EF-EF598309BB3C}"/>
              </a:ext>
            </a:extLst>
          </p:cNvPr>
          <p:cNvSpPr>
            <a:spLocks noGrp="1"/>
          </p:cNvSpPr>
          <p:nvPr>
            <p:ph type="title" hasCustomPrompt="1"/>
          </p:nvPr>
        </p:nvSpPr>
        <p:spPr>
          <a:xfrm>
            <a:off x="420702" y="386388"/>
            <a:ext cx="10515600" cy="53535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lumMod val="75000"/>
                    <a:lumOff val="25000"/>
                  </a:schemeClr>
                </a:solidFill>
                <a:latin typeface="Helvetica" pitchFamily="2" charset="0"/>
                <a:ea typeface="+mj-ea"/>
                <a:cs typeface="+mj-cs"/>
              </a:defRPr>
            </a:lvl1pPr>
          </a:lstStyle>
          <a:p>
            <a:r>
              <a:rPr lang="en-GB"/>
              <a:t>Title</a:t>
            </a:r>
            <a:endParaRPr lang="en-US"/>
          </a:p>
        </p:txBody>
      </p:sp>
    </p:spTree>
    <p:extLst>
      <p:ext uri="{BB962C8B-B14F-4D97-AF65-F5344CB8AC3E}">
        <p14:creationId xmlns:p14="http://schemas.microsoft.com/office/powerpoint/2010/main" val="3650552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only Whit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7F7DFBBE-6B1E-6046-B11F-CDFC7F2DD772}"/>
              </a:ext>
            </a:extLst>
          </p:cNvPr>
          <p:cNvSpPr>
            <a:spLocks noGrp="1"/>
          </p:cNvSpPr>
          <p:nvPr>
            <p:ph type="title"/>
          </p:nvPr>
        </p:nvSpPr>
        <p:spPr>
          <a:xfrm>
            <a:off x="628305" y="697616"/>
            <a:ext cx="8250224" cy="435277"/>
          </a:xfrm>
          <a:prstGeom prst="rect">
            <a:avLst/>
          </a:prstGeom>
          <a:noFill/>
          <a:ln w="9525">
            <a:noFill/>
            <a:miter lim="800000"/>
            <a:headEnd/>
            <a:tailEnd/>
          </a:ln>
        </p:spPr>
        <p:txBody>
          <a:bodyPr vert="horz" wrap="square" lIns="0" tIns="45720" rIns="91440" bIns="45720" numCol="1" rtlCol="0" anchor="t" anchorCtr="0" compatLnSpc="1">
            <a:prstTxWarp prst="textNoShape">
              <a:avLst/>
            </a:prstTxWarp>
            <a:noAutofit/>
          </a:bodyPr>
          <a:lstStyle>
            <a:lvl1pPr>
              <a:defRPr sz="3000">
                <a:solidFill>
                  <a:schemeClr val="tx1"/>
                </a:solidFill>
                <a:latin typeface="Helvetica" pitchFamily="2" charset="0"/>
              </a:defRPr>
            </a:lvl1pPr>
          </a:lstStyle>
          <a:p>
            <a:pPr marL="0" lvl="0" eaLnBrk="0" hangingPunct="0">
              <a:spcBef>
                <a:spcPct val="20000"/>
              </a:spcBef>
            </a:pPr>
            <a:r>
              <a:rPr lang="en-US"/>
              <a:t>Click to edit Master title style</a:t>
            </a:r>
          </a:p>
        </p:txBody>
      </p:sp>
      <p:grpSp>
        <p:nvGrpSpPr>
          <p:cNvPr id="2" name="Group 1">
            <a:extLst>
              <a:ext uri="{FF2B5EF4-FFF2-40B4-BE49-F238E27FC236}">
                <a16:creationId xmlns:a16="http://schemas.microsoft.com/office/drawing/2014/main" id="{60E9B1AB-9CE3-5449-9515-F508D1891A34}"/>
              </a:ext>
            </a:extLst>
          </p:cNvPr>
          <p:cNvGrpSpPr/>
          <p:nvPr userDrawn="1"/>
        </p:nvGrpSpPr>
        <p:grpSpPr>
          <a:xfrm>
            <a:off x="74856" y="6562149"/>
            <a:ext cx="647061" cy="121659"/>
            <a:chOff x="6014087" y="4646472"/>
            <a:chExt cx="503788" cy="94721"/>
          </a:xfrm>
        </p:grpSpPr>
        <p:sp>
          <p:nvSpPr>
            <p:cNvPr id="3" name="Oval 2">
              <a:extLst>
                <a:ext uri="{FF2B5EF4-FFF2-40B4-BE49-F238E27FC236}">
                  <a16:creationId xmlns:a16="http://schemas.microsoft.com/office/drawing/2014/main" id="{C71CED97-8AA6-FF4B-A693-694519C38F3E}"/>
                </a:ext>
              </a:extLst>
            </p:cNvPr>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228589" hangingPunct="1">
                <a:lnSpc>
                  <a:spcPct val="100000"/>
                </a:lnSpc>
                <a:tabLst/>
                <a:defRPr/>
              </a:pPr>
              <a:r>
                <a:rPr lang="en-US" sz="900" b="0" kern="1200" spc="0">
                  <a:solidFill>
                    <a:srgbClr val="000000"/>
                  </a:solidFill>
                  <a:latin typeface="Helvetica" pitchFamily="2" charset="0"/>
                  <a:ea typeface=""/>
                  <a:cs typeface=""/>
                </a:rPr>
                <a:t> </a:t>
              </a:r>
            </a:p>
          </p:txBody>
        </p:sp>
        <p:sp>
          <p:nvSpPr>
            <p:cNvPr id="4" name="Oval 3">
              <a:extLst>
                <a:ext uri="{FF2B5EF4-FFF2-40B4-BE49-F238E27FC236}">
                  <a16:creationId xmlns:a16="http://schemas.microsoft.com/office/drawing/2014/main" id="{C572AF31-B51A-5B47-8A98-5ACDBD5BA137}"/>
                </a:ext>
              </a:extLst>
            </p:cNvPr>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defTabSz="228589" hangingPunct="1">
                <a:lnSpc>
                  <a:spcPct val="100000"/>
                </a:lnSpc>
                <a:tabLst/>
                <a:defRPr/>
              </a:pPr>
              <a:endParaRPr lang="en-US" sz="900" b="0" kern="1200" spc="0">
                <a:solidFill>
                  <a:srgbClr val="000000"/>
                </a:solidFill>
                <a:latin typeface="Helvetica" pitchFamily="2" charset="0"/>
                <a:ea typeface=""/>
                <a:cs typeface=""/>
              </a:endParaRPr>
            </a:p>
          </p:txBody>
        </p:sp>
        <p:sp>
          <p:nvSpPr>
            <p:cNvPr id="5" name="Oval 4">
              <a:extLst>
                <a:ext uri="{FF2B5EF4-FFF2-40B4-BE49-F238E27FC236}">
                  <a16:creationId xmlns:a16="http://schemas.microsoft.com/office/drawing/2014/main" id="{37F46EB7-6B94-AA43-A9B4-2CD92156D819}"/>
                </a:ext>
              </a:extLst>
            </p:cNvPr>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defTabSz="228589" hangingPunct="1">
                <a:lnSpc>
                  <a:spcPct val="100000"/>
                </a:lnSpc>
                <a:tabLst/>
                <a:defRPr/>
              </a:pPr>
              <a:endParaRPr lang="en-US" sz="900" b="0" kern="1200" spc="0">
                <a:solidFill>
                  <a:srgbClr val="000000"/>
                </a:solidFill>
                <a:latin typeface="Helvetica" pitchFamily="2" charset="0"/>
                <a:ea typeface=""/>
                <a:cs typeface=""/>
              </a:endParaRPr>
            </a:p>
          </p:txBody>
        </p:sp>
        <p:sp>
          <p:nvSpPr>
            <p:cNvPr id="6" name="Oval 5">
              <a:extLst>
                <a:ext uri="{FF2B5EF4-FFF2-40B4-BE49-F238E27FC236}">
                  <a16:creationId xmlns:a16="http://schemas.microsoft.com/office/drawing/2014/main" id="{71616C3E-75EF-BA4C-BBDE-C3A3C0F700AF}"/>
                </a:ext>
              </a:extLst>
            </p:cNvPr>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defTabSz="228589" hangingPunct="1">
                <a:lnSpc>
                  <a:spcPct val="100000"/>
                </a:lnSpc>
                <a:tabLst/>
                <a:defRPr/>
              </a:pPr>
              <a:endParaRPr lang="en-US" sz="900" b="0" kern="1200" spc="0">
                <a:solidFill>
                  <a:srgbClr val="000000"/>
                </a:solidFill>
                <a:latin typeface="Helvetica" pitchFamily="2" charset="0"/>
                <a:ea typeface=""/>
                <a:cs typeface=""/>
              </a:endParaRPr>
            </a:p>
          </p:txBody>
        </p:sp>
        <p:sp>
          <p:nvSpPr>
            <p:cNvPr id="7" name="Oval 6">
              <a:extLst>
                <a:ext uri="{FF2B5EF4-FFF2-40B4-BE49-F238E27FC236}">
                  <a16:creationId xmlns:a16="http://schemas.microsoft.com/office/drawing/2014/main" id="{D0C9C5B5-9F20-5A4C-A599-90B286664169}"/>
                </a:ext>
              </a:extLst>
            </p:cNvPr>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defTabSz="228589" hangingPunct="1">
                <a:lnSpc>
                  <a:spcPct val="100000"/>
                </a:lnSpc>
                <a:tabLst/>
                <a:defRPr/>
              </a:pPr>
              <a:endParaRPr lang="en-US" sz="900" b="0" kern="1200" spc="0">
                <a:solidFill>
                  <a:srgbClr val="000000"/>
                </a:solidFill>
                <a:latin typeface="Helvetica" pitchFamily="2" charset="0"/>
                <a:ea typeface=""/>
                <a:cs typeface=""/>
              </a:endParaRPr>
            </a:p>
          </p:txBody>
        </p:sp>
      </p:grpSp>
      <p:sp>
        <p:nvSpPr>
          <p:cNvPr id="8" name="Shape 568" descr="Footer Placeholder 4">
            <a:extLst>
              <a:ext uri="{FF2B5EF4-FFF2-40B4-BE49-F238E27FC236}">
                <a16:creationId xmlns:a16="http://schemas.microsoft.com/office/drawing/2014/main" id="{D3C82A3C-72F7-B041-8661-BB78D000DCD7}"/>
              </a:ext>
            </a:extLst>
          </p:cNvPr>
          <p:cNvSpPr/>
          <p:nvPr userDrawn="1"/>
        </p:nvSpPr>
        <p:spPr>
          <a:xfrm>
            <a:off x="10597389" y="6574823"/>
            <a:ext cx="110833" cy="138500"/>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lvl1pPr defTabSz="1219200">
              <a:lnSpc>
                <a:spcPct val="100000"/>
              </a:lnSpc>
              <a:tabLst/>
              <a:defRPr sz="1800" b="0" spc="0">
                <a:solidFill>
                  <a:srgbClr val="646363"/>
                </a:solidFill>
                <a:latin typeface="Arial"/>
                <a:ea typeface="Arial"/>
                <a:cs typeface="Arial"/>
                <a:sym typeface="Arial"/>
              </a:defRPr>
            </a:lvl1pPr>
          </a:lstStyle>
          <a:p>
            <a:r>
              <a:rPr sz="900">
                <a:latin typeface="Arial" panose="020B0604020202020204" pitchFamily="34" charset="0"/>
                <a:cs typeface="Arial" panose="020B0604020202020204" pitchFamily="34" charset="0"/>
              </a:rPr>
              <a:t>©</a:t>
            </a:r>
          </a:p>
        </p:txBody>
      </p:sp>
      <p:sp>
        <p:nvSpPr>
          <p:cNvPr id="9" name="Shape 569" descr="Freeform 5">
            <a:extLst>
              <a:ext uri="{FF2B5EF4-FFF2-40B4-BE49-F238E27FC236}">
                <a16:creationId xmlns:a16="http://schemas.microsoft.com/office/drawing/2014/main" id="{27E55D2C-1917-4748-A929-952DBB97327B}"/>
              </a:ext>
            </a:extLst>
          </p:cNvPr>
          <p:cNvSpPr/>
          <p:nvPr userDrawn="1"/>
        </p:nvSpPr>
        <p:spPr>
          <a:xfrm>
            <a:off x="10734017" y="6573796"/>
            <a:ext cx="376507" cy="144909"/>
          </a:xfrm>
          <a:custGeom>
            <a:avLst/>
            <a:gdLst/>
            <a:ahLst/>
            <a:cxnLst>
              <a:cxn ang="0">
                <a:pos x="wd2" y="hd2"/>
              </a:cxn>
              <a:cxn ang="5400000">
                <a:pos x="wd2" y="hd2"/>
              </a:cxn>
              <a:cxn ang="10800000">
                <a:pos x="wd2" y="hd2"/>
              </a:cxn>
              <a:cxn ang="16200000">
                <a:pos x="wd2" y="hd2"/>
              </a:cxn>
            </a:cxnLst>
            <a:rect l="0" t="0" r="r" b="b"/>
            <a:pathLst>
              <a:path w="21585" h="21447" extrusionOk="0">
                <a:moveTo>
                  <a:pt x="19435" y="4794"/>
                </a:moveTo>
                <a:cubicBezTo>
                  <a:pt x="18255" y="4794"/>
                  <a:pt x="17303" y="7292"/>
                  <a:pt x="17303" y="10427"/>
                </a:cubicBezTo>
                <a:cubicBezTo>
                  <a:pt x="17303" y="13561"/>
                  <a:pt x="18255" y="16108"/>
                  <a:pt x="19435" y="16108"/>
                </a:cubicBezTo>
                <a:cubicBezTo>
                  <a:pt x="20614" y="16108"/>
                  <a:pt x="21585" y="13561"/>
                  <a:pt x="21585" y="10427"/>
                </a:cubicBezTo>
                <a:cubicBezTo>
                  <a:pt x="21585" y="7292"/>
                  <a:pt x="20614" y="4794"/>
                  <a:pt x="19435" y="4794"/>
                </a:cubicBezTo>
                <a:close/>
                <a:moveTo>
                  <a:pt x="19435" y="13414"/>
                </a:moveTo>
                <a:cubicBezTo>
                  <a:pt x="18826" y="13414"/>
                  <a:pt x="18331" y="12092"/>
                  <a:pt x="18331" y="10427"/>
                </a:cubicBezTo>
                <a:cubicBezTo>
                  <a:pt x="18331" y="8810"/>
                  <a:pt x="18826" y="7439"/>
                  <a:pt x="19435" y="7439"/>
                </a:cubicBezTo>
                <a:cubicBezTo>
                  <a:pt x="20044" y="7439"/>
                  <a:pt x="20538" y="8810"/>
                  <a:pt x="20538" y="10427"/>
                </a:cubicBezTo>
                <a:cubicBezTo>
                  <a:pt x="20538" y="12092"/>
                  <a:pt x="20044" y="13414"/>
                  <a:pt x="19435" y="13414"/>
                </a:cubicBezTo>
                <a:close/>
                <a:moveTo>
                  <a:pt x="5999" y="5088"/>
                </a:moveTo>
                <a:cubicBezTo>
                  <a:pt x="5218" y="5088"/>
                  <a:pt x="5218" y="5088"/>
                  <a:pt x="5218" y="5088"/>
                </a:cubicBezTo>
                <a:cubicBezTo>
                  <a:pt x="5142" y="5088"/>
                  <a:pt x="5085" y="5235"/>
                  <a:pt x="5047" y="5382"/>
                </a:cubicBezTo>
                <a:cubicBezTo>
                  <a:pt x="4400" y="10574"/>
                  <a:pt x="4400" y="10574"/>
                  <a:pt x="4400" y="10574"/>
                </a:cubicBezTo>
                <a:cubicBezTo>
                  <a:pt x="3296" y="5039"/>
                  <a:pt x="3296" y="5039"/>
                  <a:pt x="3296" y="5039"/>
                </a:cubicBezTo>
                <a:cubicBezTo>
                  <a:pt x="3258" y="4892"/>
                  <a:pt x="3182" y="4794"/>
                  <a:pt x="3106" y="4794"/>
                </a:cubicBezTo>
                <a:cubicBezTo>
                  <a:pt x="3030" y="4794"/>
                  <a:pt x="3030" y="4794"/>
                  <a:pt x="3030" y="4794"/>
                </a:cubicBezTo>
                <a:cubicBezTo>
                  <a:pt x="2954" y="4794"/>
                  <a:pt x="2878" y="4892"/>
                  <a:pt x="2859" y="5039"/>
                </a:cubicBezTo>
                <a:cubicBezTo>
                  <a:pt x="1736" y="10574"/>
                  <a:pt x="1736" y="10574"/>
                  <a:pt x="1736" y="10574"/>
                </a:cubicBezTo>
                <a:cubicBezTo>
                  <a:pt x="1089" y="5382"/>
                  <a:pt x="1089" y="5382"/>
                  <a:pt x="1089" y="5382"/>
                </a:cubicBezTo>
                <a:cubicBezTo>
                  <a:pt x="1070" y="5235"/>
                  <a:pt x="994" y="5088"/>
                  <a:pt x="918" y="5088"/>
                </a:cubicBezTo>
                <a:cubicBezTo>
                  <a:pt x="137" y="5088"/>
                  <a:pt x="137" y="5088"/>
                  <a:pt x="137" y="5088"/>
                </a:cubicBezTo>
                <a:cubicBezTo>
                  <a:pt x="42" y="5088"/>
                  <a:pt x="-15" y="5284"/>
                  <a:pt x="4" y="5529"/>
                </a:cubicBezTo>
                <a:cubicBezTo>
                  <a:pt x="1298" y="15814"/>
                  <a:pt x="1298" y="15814"/>
                  <a:pt x="1298" y="15814"/>
                </a:cubicBezTo>
                <a:cubicBezTo>
                  <a:pt x="1317" y="15961"/>
                  <a:pt x="1393" y="16108"/>
                  <a:pt x="1450" y="16108"/>
                </a:cubicBezTo>
                <a:cubicBezTo>
                  <a:pt x="1565" y="16108"/>
                  <a:pt x="1565" y="16108"/>
                  <a:pt x="1565" y="16108"/>
                </a:cubicBezTo>
                <a:cubicBezTo>
                  <a:pt x="1641" y="16108"/>
                  <a:pt x="1717" y="15961"/>
                  <a:pt x="1755" y="15814"/>
                </a:cubicBezTo>
                <a:cubicBezTo>
                  <a:pt x="3068" y="9300"/>
                  <a:pt x="3068" y="9300"/>
                  <a:pt x="3068" y="9300"/>
                </a:cubicBezTo>
                <a:cubicBezTo>
                  <a:pt x="4381" y="15814"/>
                  <a:pt x="4381" y="15814"/>
                  <a:pt x="4381" y="15814"/>
                </a:cubicBezTo>
                <a:cubicBezTo>
                  <a:pt x="4419" y="15961"/>
                  <a:pt x="4495" y="16108"/>
                  <a:pt x="4571" y="16108"/>
                </a:cubicBezTo>
                <a:cubicBezTo>
                  <a:pt x="4686" y="16108"/>
                  <a:pt x="4686" y="16108"/>
                  <a:pt x="4686" y="16108"/>
                </a:cubicBezTo>
                <a:cubicBezTo>
                  <a:pt x="4743" y="16108"/>
                  <a:pt x="4819" y="15961"/>
                  <a:pt x="4838" y="15814"/>
                </a:cubicBezTo>
                <a:cubicBezTo>
                  <a:pt x="6132" y="5529"/>
                  <a:pt x="6132" y="5529"/>
                  <a:pt x="6132" y="5529"/>
                </a:cubicBezTo>
                <a:cubicBezTo>
                  <a:pt x="6170" y="5284"/>
                  <a:pt x="6113" y="5088"/>
                  <a:pt x="5999" y="5088"/>
                </a:cubicBezTo>
                <a:close/>
                <a:moveTo>
                  <a:pt x="7845" y="5088"/>
                </a:moveTo>
                <a:cubicBezTo>
                  <a:pt x="7045" y="5088"/>
                  <a:pt x="7045" y="5088"/>
                  <a:pt x="7045" y="5088"/>
                </a:cubicBezTo>
                <a:cubicBezTo>
                  <a:pt x="6950" y="5088"/>
                  <a:pt x="6874" y="5284"/>
                  <a:pt x="6874" y="5578"/>
                </a:cubicBezTo>
                <a:cubicBezTo>
                  <a:pt x="6874" y="15325"/>
                  <a:pt x="6874" y="15325"/>
                  <a:pt x="6874" y="15325"/>
                </a:cubicBezTo>
                <a:cubicBezTo>
                  <a:pt x="6874" y="15569"/>
                  <a:pt x="6950" y="15814"/>
                  <a:pt x="7045" y="15814"/>
                </a:cubicBezTo>
                <a:cubicBezTo>
                  <a:pt x="7845" y="15814"/>
                  <a:pt x="7845" y="15814"/>
                  <a:pt x="7845" y="15814"/>
                </a:cubicBezTo>
                <a:cubicBezTo>
                  <a:pt x="7940" y="15814"/>
                  <a:pt x="8035" y="15569"/>
                  <a:pt x="8035" y="15325"/>
                </a:cubicBezTo>
                <a:cubicBezTo>
                  <a:pt x="8035" y="5578"/>
                  <a:pt x="8035" y="5578"/>
                  <a:pt x="8035" y="5578"/>
                </a:cubicBezTo>
                <a:cubicBezTo>
                  <a:pt x="8035" y="5284"/>
                  <a:pt x="7940" y="5088"/>
                  <a:pt x="7845" y="5088"/>
                </a:cubicBezTo>
                <a:close/>
                <a:moveTo>
                  <a:pt x="11327" y="4794"/>
                </a:moveTo>
                <a:cubicBezTo>
                  <a:pt x="10775" y="4794"/>
                  <a:pt x="10281" y="5382"/>
                  <a:pt x="9919" y="6361"/>
                </a:cubicBezTo>
                <a:cubicBezTo>
                  <a:pt x="9919" y="6361"/>
                  <a:pt x="9919" y="6361"/>
                  <a:pt x="9919" y="6361"/>
                </a:cubicBezTo>
                <a:cubicBezTo>
                  <a:pt x="9767" y="5382"/>
                  <a:pt x="9767" y="5382"/>
                  <a:pt x="9767" y="5382"/>
                </a:cubicBezTo>
                <a:cubicBezTo>
                  <a:pt x="9748" y="5235"/>
                  <a:pt x="9672" y="5088"/>
                  <a:pt x="9615" y="5088"/>
                </a:cubicBezTo>
                <a:cubicBezTo>
                  <a:pt x="9234" y="5088"/>
                  <a:pt x="9234" y="5088"/>
                  <a:pt x="9234" y="5088"/>
                </a:cubicBezTo>
                <a:cubicBezTo>
                  <a:pt x="9139" y="5088"/>
                  <a:pt x="9063" y="5284"/>
                  <a:pt x="9063" y="5578"/>
                </a:cubicBezTo>
                <a:cubicBezTo>
                  <a:pt x="9063" y="21006"/>
                  <a:pt x="9063" y="21006"/>
                  <a:pt x="9063" y="21006"/>
                </a:cubicBezTo>
                <a:cubicBezTo>
                  <a:pt x="9063" y="21251"/>
                  <a:pt x="9139" y="21447"/>
                  <a:pt x="9234" y="21447"/>
                </a:cubicBezTo>
                <a:cubicBezTo>
                  <a:pt x="10033" y="21447"/>
                  <a:pt x="10033" y="21447"/>
                  <a:pt x="10033" y="21447"/>
                </a:cubicBezTo>
                <a:cubicBezTo>
                  <a:pt x="10128" y="21447"/>
                  <a:pt x="10224" y="21251"/>
                  <a:pt x="10224" y="21006"/>
                </a:cubicBezTo>
                <a:cubicBezTo>
                  <a:pt x="10224" y="15618"/>
                  <a:pt x="10224" y="15618"/>
                  <a:pt x="10224" y="15618"/>
                </a:cubicBezTo>
                <a:cubicBezTo>
                  <a:pt x="10547" y="15912"/>
                  <a:pt x="10928" y="16108"/>
                  <a:pt x="11327" y="16108"/>
                </a:cubicBezTo>
                <a:cubicBezTo>
                  <a:pt x="12431" y="16108"/>
                  <a:pt x="13345" y="13561"/>
                  <a:pt x="13345" y="10427"/>
                </a:cubicBezTo>
                <a:cubicBezTo>
                  <a:pt x="13345" y="7292"/>
                  <a:pt x="12431" y="4794"/>
                  <a:pt x="11327" y="4794"/>
                </a:cubicBezTo>
                <a:close/>
                <a:moveTo>
                  <a:pt x="11099" y="13414"/>
                </a:moveTo>
                <a:cubicBezTo>
                  <a:pt x="10775" y="13414"/>
                  <a:pt x="10471" y="13218"/>
                  <a:pt x="10224" y="12827"/>
                </a:cubicBezTo>
                <a:cubicBezTo>
                  <a:pt x="10224" y="8761"/>
                  <a:pt x="10224" y="8761"/>
                  <a:pt x="10224" y="8761"/>
                </a:cubicBezTo>
                <a:cubicBezTo>
                  <a:pt x="10414" y="7978"/>
                  <a:pt x="10737" y="7439"/>
                  <a:pt x="11099" y="7439"/>
                </a:cubicBezTo>
                <a:cubicBezTo>
                  <a:pt x="11689" y="7439"/>
                  <a:pt x="12165" y="8810"/>
                  <a:pt x="12165" y="10427"/>
                </a:cubicBezTo>
                <a:cubicBezTo>
                  <a:pt x="12165" y="12092"/>
                  <a:pt x="11689" y="13414"/>
                  <a:pt x="11099" y="13414"/>
                </a:cubicBezTo>
                <a:close/>
                <a:moveTo>
                  <a:pt x="16275" y="4794"/>
                </a:moveTo>
                <a:cubicBezTo>
                  <a:pt x="15514" y="4794"/>
                  <a:pt x="15057" y="6361"/>
                  <a:pt x="15057" y="6361"/>
                </a:cubicBezTo>
                <a:cubicBezTo>
                  <a:pt x="14924" y="5382"/>
                  <a:pt x="14924" y="5382"/>
                  <a:pt x="14924" y="5382"/>
                </a:cubicBezTo>
                <a:cubicBezTo>
                  <a:pt x="14905" y="5235"/>
                  <a:pt x="14829" y="5088"/>
                  <a:pt x="14753" y="5088"/>
                </a:cubicBezTo>
                <a:cubicBezTo>
                  <a:pt x="14391" y="5088"/>
                  <a:pt x="14391" y="5088"/>
                  <a:pt x="14391" y="5088"/>
                </a:cubicBezTo>
                <a:cubicBezTo>
                  <a:pt x="14296" y="5088"/>
                  <a:pt x="14201" y="5284"/>
                  <a:pt x="14201" y="5578"/>
                </a:cubicBezTo>
                <a:cubicBezTo>
                  <a:pt x="14201" y="15325"/>
                  <a:pt x="14201" y="15325"/>
                  <a:pt x="14201" y="15325"/>
                </a:cubicBezTo>
                <a:cubicBezTo>
                  <a:pt x="14201" y="15569"/>
                  <a:pt x="14296" y="15814"/>
                  <a:pt x="14391" y="15814"/>
                </a:cubicBezTo>
                <a:cubicBezTo>
                  <a:pt x="15191" y="15814"/>
                  <a:pt x="15191" y="15814"/>
                  <a:pt x="15191" y="15814"/>
                </a:cubicBezTo>
                <a:cubicBezTo>
                  <a:pt x="15286" y="15814"/>
                  <a:pt x="15362" y="15569"/>
                  <a:pt x="15362" y="15325"/>
                </a:cubicBezTo>
                <a:cubicBezTo>
                  <a:pt x="15362" y="8467"/>
                  <a:pt x="15362" y="8467"/>
                  <a:pt x="15362" y="8467"/>
                </a:cubicBezTo>
                <a:cubicBezTo>
                  <a:pt x="15838" y="7047"/>
                  <a:pt x="16428" y="7537"/>
                  <a:pt x="16542" y="7635"/>
                </a:cubicBezTo>
                <a:cubicBezTo>
                  <a:pt x="16656" y="7782"/>
                  <a:pt x="16751" y="7635"/>
                  <a:pt x="16789" y="7439"/>
                </a:cubicBezTo>
                <a:cubicBezTo>
                  <a:pt x="16827" y="7194"/>
                  <a:pt x="16999" y="6214"/>
                  <a:pt x="17056" y="5823"/>
                </a:cubicBezTo>
                <a:cubicBezTo>
                  <a:pt x="17132" y="5431"/>
                  <a:pt x="17037" y="4794"/>
                  <a:pt x="16275" y="4794"/>
                </a:cubicBezTo>
                <a:close/>
                <a:moveTo>
                  <a:pt x="7616" y="43"/>
                </a:moveTo>
                <a:cubicBezTo>
                  <a:pt x="7274" y="-153"/>
                  <a:pt x="6912" y="337"/>
                  <a:pt x="6836" y="1218"/>
                </a:cubicBezTo>
                <a:cubicBezTo>
                  <a:pt x="6741" y="2100"/>
                  <a:pt x="6931" y="3031"/>
                  <a:pt x="7274" y="3276"/>
                </a:cubicBezTo>
                <a:cubicBezTo>
                  <a:pt x="7616" y="3471"/>
                  <a:pt x="7978" y="2982"/>
                  <a:pt x="8073" y="2100"/>
                </a:cubicBezTo>
                <a:cubicBezTo>
                  <a:pt x="8168" y="1218"/>
                  <a:pt x="7959" y="288"/>
                  <a:pt x="7616" y="43"/>
                </a:cubicBezTo>
                <a:close/>
              </a:path>
            </a:pathLst>
          </a:custGeom>
          <a:solidFill>
            <a:srgbClr val="341957"/>
          </a:solidFill>
          <a:ln w="12700">
            <a:miter lim="400000"/>
          </a:ln>
        </p:spPr>
        <p:txBody>
          <a:bodyPr lIns="60960" tIns="60960" rIns="60960" bIns="60960"/>
          <a:lstStyle/>
          <a:p>
            <a:pPr defTabSz="609570">
              <a:lnSpc>
                <a:spcPct val="100000"/>
              </a:lnSpc>
              <a:tabLst/>
              <a:defRPr sz="4800" b="0" spc="0">
                <a:solidFill>
                  <a:srgbClr val="000000"/>
                </a:solidFill>
                <a:latin typeface="Arial"/>
                <a:ea typeface="Arial"/>
                <a:cs typeface="Arial"/>
                <a:sym typeface="Arial"/>
              </a:defRPr>
            </a:pPr>
            <a:endParaRPr sz="2400" b="0" spc="0">
              <a:solidFill>
                <a:srgbClr val="000000"/>
              </a:solidFill>
              <a:latin typeface="Arial" panose="020B0604020202020204" pitchFamily="34" charset="0"/>
              <a:ea typeface="Arial"/>
              <a:cs typeface="Arial" panose="020B0604020202020204" pitchFamily="34" charset="0"/>
              <a:sym typeface="Arial"/>
            </a:endParaRPr>
          </a:p>
        </p:txBody>
      </p:sp>
      <p:sp>
        <p:nvSpPr>
          <p:cNvPr id="10" name="Shape 570" descr="TextBox 34">
            <a:extLst>
              <a:ext uri="{FF2B5EF4-FFF2-40B4-BE49-F238E27FC236}">
                <a16:creationId xmlns:a16="http://schemas.microsoft.com/office/drawing/2014/main" id="{B5240BAA-108E-C847-B975-4CD32A4C2232}"/>
              </a:ext>
            </a:extLst>
          </p:cNvPr>
          <p:cNvSpPr/>
          <p:nvPr userDrawn="1"/>
        </p:nvSpPr>
        <p:spPr>
          <a:xfrm>
            <a:off x="11083944" y="6513383"/>
            <a:ext cx="818117" cy="246221"/>
          </a:xfrm>
          <a:prstGeom prst="rect">
            <a:avLst/>
          </a:prstGeom>
          <a:ln w="12700">
            <a:miter lim="400000"/>
          </a:ln>
          <a:extLst>
            <a:ext uri="{C572A759-6A51-4108-AA02-DFA0A04FC94B}">
              <ma14:wrappingTextBoxFlag xmlns="" xmlns:ma14="http://schemas.microsoft.com/office/mac/drawingml/2011/main" val="1"/>
            </a:ext>
          </a:extLst>
        </p:spPr>
        <p:txBody>
          <a:bodyPr wrap="square" lIns="60960" tIns="60960" rIns="60960" bIns="60960">
            <a:spAutoFit/>
          </a:bodyPr>
          <a:lstStyle>
            <a:lvl1pPr algn="ctr" defTabSz="1219200">
              <a:lnSpc>
                <a:spcPct val="100000"/>
              </a:lnSpc>
              <a:tabLst/>
              <a:defRPr sz="1600" b="0" spc="0">
                <a:solidFill>
                  <a:srgbClr val="646363"/>
                </a:solidFill>
                <a:latin typeface="Arial"/>
                <a:ea typeface="Arial"/>
                <a:cs typeface="Arial"/>
                <a:sym typeface="Arial"/>
              </a:defRPr>
            </a:lvl1pPr>
          </a:lstStyle>
          <a:p>
            <a:r>
              <a:rPr sz="800">
                <a:latin typeface="Arial" panose="020B0604020202020204" pitchFamily="34" charset="0"/>
                <a:cs typeface="Arial" panose="020B0604020202020204" pitchFamily="34" charset="0"/>
              </a:rPr>
              <a:t>confidential</a:t>
            </a:r>
          </a:p>
        </p:txBody>
      </p:sp>
      <p:sp>
        <p:nvSpPr>
          <p:cNvPr id="11" name="Shape 571" descr="Shape 257">
            <a:extLst>
              <a:ext uri="{FF2B5EF4-FFF2-40B4-BE49-F238E27FC236}">
                <a16:creationId xmlns:a16="http://schemas.microsoft.com/office/drawing/2014/main" id="{BF10953B-B85E-CE43-87C2-4CEDA068B8CC}"/>
              </a:ext>
            </a:extLst>
          </p:cNvPr>
          <p:cNvSpPr/>
          <p:nvPr userDrawn="1"/>
        </p:nvSpPr>
        <p:spPr>
          <a:xfrm>
            <a:off x="11868700" y="6566523"/>
            <a:ext cx="153889" cy="123111"/>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p>
            <a:pPr algn="ctr" defTabSz="609570">
              <a:lnSpc>
                <a:spcPct val="100000"/>
              </a:lnSpc>
              <a:tabLst/>
              <a:defRPr sz="1600" b="0" spc="0">
                <a:solidFill>
                  <a:srgbClr val="646363"/>
                </a:solidFill>
                <a:latin typeface="Arial"/>
                <a:ea typeface="Arial"/>
                <a:cs typeface="Arial"/>
                <a:sym typeface="Arial"/>
              </a:defRPr>
            </a:pPr>
            <a:fld id="{86CB4B4D-7CA3-9044-876B-883B54F8677D}" type="slidenum">
              <a:rPr sz="800" b="0" spc="0">
                <a:solidFill>
                  <a:srgbClr val="646363"/>
                </a:solidFill>
                <a:latin typeface="Arial" panose="020B0604020202020204" pitchFamily="34" charset="0"/>
                <a:ea typeface="Arial"/>
                <a:cs typeface="Arial" panose="020B0604020202020204" pitchFamily="34" charset="0"/>
                <a:sym typeface="Arial"/>
              </a:rPr>
              <a:pPr algn="ctr" defTabSz="609570">
                <a:lnSpc>
                  <a:spcPct val="100000"/>
                </a:lnSpc>
                <a:tabLst/>
                <a:defRPr sz="1600" b="0" spc="0">
                  <a:solidFill>
                    <a:srgbClr val="646363"/>
                  </a:solidFill>
                  <a:latin typeface="Arial"/>
                  <a:ea typeface="Arial"/>
                  <a:cs typeface="Arial"/>
                  <a:sym typeface="Arial"/>
                </a:defRPr>
              </a:pPr>
              <a:t>‹#›</a:t>
            </a:fld>
            <a:r>
              <a:rPr sz="800" b="0" spc="0">
                <a:solidFill>
                  <a:srgbClr val="646363"/>
                </a:solidFill>
                <a:latin typeface="Arial" panose="020B0604020202020204" pitchFamily="34" charset="0"/>
                <a:ea typeface="Arial"/>
                <a:cs typeface="Arial" panose="020B0604020202020204" pitchFamily="34" charset="0"/>
                <a:sym typeface="Arial"/>
              </a:rPr>
              <a:t>￼</a:t>
            </a:r>
          </a:p>
        </p:txBody>
      </p:sp>
    </p:spTree>
    <p:extLst>
      <p:ext uri="{BB962C8B-B14F-4D97-AF65-F5344CB8AC3E}">
        <p14:creationId xmlns:p14="http://schemas.microsoft.com/office/powerpoint/2010/main" val="14751722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ext Content">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50760" y="345078"/>
            <a:ext cx="11509248" cy="1212791"/>
          </a:xfrm>
          <a:prstGeom prst="rect">
            <a:avLst/>
          </a:prstGeom>
          <a:noFill/>
          <a:ln w="9525">
            <a:noFill/>
            <a:miter lim="800000"/>
            <a:headEnd/>
            <a:tailEnd/>
          </a:ln>
        </p:spPr>
        <p:txBody>
          <a:bodyPr vert="horz" wrap="square" lIns="0" tIns="45720" rIns="91440" bIns="45720" numCol="1" rtlCol="0" anchor="t" anchorCtr="0" compatLnSpc="1">
            <a:prstTxWarp prst="textNoShape">
              <a:avLst/>
            </a:prstTxWarp>
            <a:noAutofit/>
          </a:bodyPr>
          <a:lstStyle>
            <a:lvl1pPr>
              <a:defRPr kumimoji="0" lang="en-US" sz="3200" i="0" strike="noStrike" cap="none" spc="0" normalizeH="0" baseline="0" noProof="0" dirty="0">
                <a:ln>
                  <a:noFill/>
                </a:ln>
                <a:solidFill>
                  <a:srgbClr val="000000"/>
                </a:solidFill>
                <a:effectLst/>
                <a:uLnTx/>
                <a:uFillTx/>
                <a:latin typeface="Tenorite" panose="00000500000000000000" pitchFamily="2" charset="0"/>
              </a:defRPr>
            </a:lvl1pPr>
          </a:lstStyle>
          <a:p>
            <a:pPr lvl="0" indent="0">
              <a:spcAft>
                <a:spcPts val="800"/>
              </a:spcAft>
              <a:buClr>
                <a:schemeClr val="tx2"/>
              </a:buClr>
              <a:buFont typeface="Arial" panose="020B0604020202020204" pitchFamily="34" charset="0"/>
            </a:pPr>
            <a:r>
              <a:rPr lang="en-US"/>
              <a:t>Long content single column</a:t>
            </a:r>
          </a:p>
        </p:txBody>
      </p:sp>
      <p:sp>
        <p:nvSpPr>
          <p:cNvPr id="25" name="Rectangle 24"/>
          <p:cNvSpPr/>
          <p:nvPr userDrawn="1"/>
        </p:nvSpPr>
        <p:spPr>
          <a:xfrm>
            <a:off x="11871327" y="6633418"/>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7" name="Footer Placeholder 4"/>
          <p:cNvSpPr txBox="1">
            <a:spLocks/>
          </p:cNvSpPr>
          <p:nvPr userDrawn="1"/>
        </p:nvSpPr>
        <p:spPr>
          <a:xfrm>
            <a:off x="10533001" y="6634232"/>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p>
        </p:txBody>
      </p:sp>
      <p:sp>
        <p:nvSpPr>
          <p:cNvPr id="46" name="TextBox 45"/>
          <p:cNvSpPr txBox="1"/>
          <p:nvPr userDrawn="1"/>
        </p:nvSpPr>
        <p:spPr>
          <a:xfrm>
            <a:off x="11019559" y="6578026"/>
            <a:ext cx="818116" cy="215444"/>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confidential</a:t>
            </a:r>
          </a:p>
        </p:txBody>
      </p:sp>
      <p:sp>
        <p:nvSpPr>
          <p:cNvPr id="47"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fld id="{86CB4B4D-7CA3-9044-876B-883B54F8677D}" type="slidenum">
              <a:rPr kumimoji="0" lang="en-GB"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ctr" defTabSz="914377"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grpSp>
        <p:nvGrpSpPr>
          <p:cNvPr id="15" name="Group 14"/>
          <p:cNvGrpSpPr/>
          <p:nvPr userDrawn="1"/>
        </p:nvGrpSpPr>
        <p:grpSpPr>
          <a:xfrm>
            <a:off x="95932" y="6638154"/>
            <a:ext cx="671717" cy="126295"/>
            <a:chOff x="6014087" y="4646472"/>
            <a:chExt cx="503788" cy="94721"/>
          </a:xfrm>
        </p:grpSpPr>
        <p:sp>
          <p:nvSpPr>
            <p:cNvPr id="17" name="Oval 16"/>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18" name="Oval 17"/>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9" name="Oval 18"/>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 name="Oval 19"/>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1" name="Oval 20"/>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pic>
        <p:nvPicPr>
          <p:cNvPr id="24" name="Picture 23" descr="Logo&#10;&#10;Description automatically generated">
            <a:extLst>
              <a:ext uri="{FF2B5EF4-FFF2-40B4-BE49-F238E27FC236}">
                <a16:creationId xmlns:a16="http://schemas.microsoft.com/office/drawing/2014/main" id="{7CA7234E-9A59-440E-93BE-9F2BE54D9C37}"/>
              </a:ext>
            </a:extLst>
          </p:cNvPr>
          <p:cNvPicPr>
            <a:picLocks noChangeAspect="1"/>
          </p:cNvPicPr>
          <p:nvPr userDrawn="1"/>
        </p:nvPicPr>
        <p:blipFill rotWithShape="1">
          <a:blip r:embed="rId2"/>
          <a:srcRect l="12424" t="22302" r="12183" b="21697"/>
          <a:stretch/>
        </p:blipFill>
        <p:spPr>
          <a:xfrm>
            <a:off x="10661502" y="6640590"/>
            <a:ext cx="386247" cy="143447"/>
          </a:xfrm>
          <a:prstGeom prst="rect">
            <a:avLst/>
          </a:prstGeom>
        </p:spPr>
      </p:pic>
    </p:spTree>
    <p:extLst>
      <p:ext uri="{BB962C8B-B14F-4D97-AF65-F5344CB8AC3E}">
        <p14:creationId xmlns:p14="http://schemas.microsoft.com/office/powerpoint/2010/main" val="193944677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D88624-F458-4EB4-2F71-B13F6FD252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9AAFF0-A3BF-26F6-F4FE-4440236B32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CE3575-B329-42CF-C2DC-D9EDB06D7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045895-9DAC-4A71-95B6-8E1A8C3C7FF6}" type="datetimeFigureOut">
              <a:rPr lang="en-IN" smtClean="0"/>
              <a:t>07/01/26</a:t>
            </a:fld>
            <a:endParaRPr lang="en-IN"/>
          </a:p>
        </p:txBody>
      </p:sp>
      <p:sp>
        <p:nvSpPr>
          <p:cNvPr id="5" name="Footer Placeholder 4">
            <a:extLst>
              <a:ext uri="{FF2B5EF4-FFF2-40B4-BE49-F238E27FC236}">
                <a16:creationId xmlns:a16="http://schemas.microsoft.com/office/drawing/2014/main" id="{8EF4EF13-CA27-39CE-8ED9-FB9FEB227C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61D7EBB-5982-2A3E-81B1-FFAC2BD324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4DF684-716D-43AE-8488-3EEB39B89A3C}" type="slidenum">
              <a:rPr lang="en-IN" smtClean="0"/>
              <a:t>‹#›</a:t>
            </a:fld>
            <a:endParaRPr lang="en-IN"/>
          </a:p>
        </p:txBody>
      </p:sp>
      <p:sp>
        <p:nvSpPr>
          <p:cNvPr id="8" name="TextBox 7">
            <a:extLst>
              <a:ext uri="{FF2B5EF4-FFF2-40B4-BE49-F238E27FC236}">
                <a16:creationId xmlns:a16="http://schemas.microsoft.com/office/drawing/2014/main" id="{50749557-9B49-6CD3-6846-755C2A1CD1C7}"/>
              </a:ext>
            </a:extLst>
          </p:cNvPr>
          <p:cNvSpPr txBox="1"/>
          <p:nvPr userDrawn="1">
            <p:extLst>
              <p:ext uri="{1162E1C5-73C7-4A58-AE30-91384D911F3F}">
                <p184:classification xmlns:p184="http://schemas.microsoft.com/office/powerpoint/2018/4/main" val="ftr"/>
              </p:ext>
            </p:extLst>
          </p:nvPr>
        </p:nvSpPr>
        <p:spPr>
          <a:xfrm>
            <a:off x="63500" y="6642100"/>
            <a:ext cx="371475"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Public</a:t>
            </a:r>
          </a:p>
        </p:txBody>
      </p:sp>
    </p:spTree>
    <p:extLst>
      <p:ext uri="{BB962C8B-B14F-4D97-AF65-F5344CB8AC3E}">
        <p14:creationId xmlns:p14="http://schemas.microsoft.com/office/powerpoint/2010/main" val="2936437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5359" y="341376"/>
            <a:ext cx="4267200" cy="1219200"/>
          </a:xfrm>
          <a:prstGeom prst="rect">
            <a:avLst/>
          </a:prstGeom>
          <a:noFill/>
          <a:ln w="9525">
            <a:noFill/>
            <a:miter lim="800000"/>
            <a:headEnd/>
            <a:tailEnd/>
          </a:ln>
        </p:spPr>
        <p:txBody>
          <a:bodyPr vert="horz" wrap="square" lIns="0" tIns="45720" rIns="91440" bIns="45720" numCol="1" rtlCol="0" anchor="ctr" anchorCtr="0" compatLnSpc="1">
            <a:prstTxWarp prst="textNoShape">
              <a:avLst/>
            </a:prstTxWarp>
            <a:noAutofit/>
          </a:bodyPr>
          <a:lstStyle/>
          <a:p>
            <a:pPr marL="0" lvl="0" eaLnBrk="0" hangingPunct="0">
              <a:spcBef>
                <a:spcPct val="20000"/>
              </a:spcBef>
            </a:pPr>
            <a:r>
              <a:rPr lang="en-US"/>
              <a:t>Click to edit Master title style</a:t>
            </a:r>
          </a:p>
        </p:txBody>
      </p:sp>
      <p:sp>
        <p:nvSpPr>
          <p:cNvPr id="3" name="Text Placeholder 2"/>
          <p:cNvSpPr>
            <a:spLocks noGrp="1"/>
          </p:cNvSpPr>
          <p:nvPr>
            <p:ph type="body" idx="1"/>
          </p:nvPr>
        </p:nvSpPr>
        <p:spPr>
          <a:xfrm>
            <a:off x="345359" y="1665250"/>
            <a:ext cx="11503741" cy="4646073"/>
          </a:xfrm>
          <a:prstGeom prst="rect">
            <a:avLst/>
          </a:prstGeom>
        </p:spPr>
        <p:txBody>
          <a:bodyPr lIns="45720" tIns="45720" rIns="45720" bIns="4572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3482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marL="0" algn="l" defTabSz="609585" rtl="0" eaLnBrk="1" latinLnBrk="0" hangingPunct="1">
        <a:lnSpc>
          <a:spcPct val="98000"/>
        </a:lnSpc>
        <a:spcBef>
          <a:spcPct val="0"/>
        </a:spcBef>
        <a:buNone/>
        <a:tabLst>
          <a:tab pos="609585" algn="l"/>
        </a:tabLst>
        <a:defRPr lang="en-US" sz="3467" b="1" u="sng" kern="1200" dirty="0">
          <a:solidFill>
            <a:schemeClr val="tx2"/>
          </a:solidFill>
          <a:latin typeface="+mj-lt"/>
          <a:ea typeface="+mn-ea"/>
          <a:cs typeface="Arial"/>
        </a:defRPr>
      </a:lvl1pPr>
    </p:titleStyle>
    <p:bodyStyle>
      <a:lvl1pPr marL="309026" indent="-309026" algn="l" defTabSz="609585" rtl="0" eaLnBrk="1" latinLnBrk="0" hangingPunct="1">
        <a:spcBef>
          <a:spcPts val="800"/>
        </a:spcBef>
        <a:buClr>
          <a:srgbClr val="00B0F0"/>
        </a:buClr>
        <a:buFont typeface="Arial" panose="020B0604020202020204" pitchFamily="34" charset="0"/>
        <a:buChar char="•"/>
        <a:defRPr kumimoji="0" lang="en-US" sz="2667" b="0" i="0" u="none" strike="noStrike" kern="1200" cap="none" spc="0" normalizeH="0" baseline="0" noProof="0" dirty="0" smtClean="0">
          <a:ln>
            <a:noFill/>
          </a:ln>
          <a:solidFill>
            <a:schemeClr val="accent2"/>
          </a:solidFill>
          <a:effectLst/>
          <a:uLnTx/>
          <a:uFillTx/>
          <a:latin typeface="+mn-lt"/>
          <a:ea typeface="+mn-ea"/>
          <a:cs typeface="Arial"/>
        </a:defRPr>
      </a:lvl1pPr>
      <a:lvl2pPr marL="990575" indent="-380990" algn="l" defTabSz="609585" rtl="0" eaLnBrk="1" latinLnBrk="0" hangingPunct="1">
        <a:spcBef>
          <a:spcPts val="800"/>
        </a:spcBef>
        <a:buClr>
          <a:srgbClr val="00B0F0"/>
        </a:buClr>
        <a:buFont typeface="Arial" charset="0"/>
        <a:buChar char="•"/>
        <a:defRPr kumimoji="0" lang="en-US" sz="2400" b="0" i="0" u="none" strike="noStrike" kern="1200" cap="none" spc="0" normalizeH="0" baseline="0" noProof="0" dirty="0" smtClean="0">
          <a:ln>
            <a:noFill/>
          </a:ln>
          <a:solidFill>
            <a:schemeClr val="accent2"/>
          </a:solidFill>
          <a:effectLst/>
          <a:uLnTx/>
          <a:uFillTx/>
          <a:latin typeface="+mn-lt"/>
          <a:ea typeface="+mn-ea"/>
          <a:cs typeface="+mn-cs"/>
        </a:defRPr>
      </a:lvl2pPr>
      <a:lvl3pPr marL="1447764" indent="-228594" algn="l" defTabSz="609585" rtl="0" eaLnBrk="1" latinLnBrk="0" hangingPunct="1">
        <a:spcBef>
          <a:spcPts val="800"/>
        </a:spcBef>
        <a:buClr>
          <a:srgbClr val="00B0F0"/>
        </a:buClr>
        <a:buFont typeface="Arial" charset="0"/>
        <a:buChar char="•"/>
        <a:defRPr kumimoji="0" lang="en-US" sz="1600" b="0" i="0" u="none" strike="noStrike" kern="1200" cap="none" spc="0" normalizeH="0" baseline="0" noProof="0" dirty="0" smtClean="0">
          <a:ln>
            <a:noFill/>
          </a:ln>
          <a:solidFill>
            <a:schemeClr val="accent2"/>
          </a:solidFill>
          <a:effectLst/>
          <a:uLnTx/>
          <a:uFillTx/>
          <a:latin typeface="+mn-lt"/>
          <a:ea typeface="+mn-ea"/>
          <a:cs typeface="+mn-cs"/>
        </a:defRPr>
      </a:lvl3pPr>
      <a:lvl4pPr marL="2057349" indent="-228594" algn="l" defTabSz="609585" rtl="0" eaLnBrk="1" latinLnBrk="0" hangingPunct="1">
        <a:spcBef>
          <a:spcPts val="800"/>
        </a:spcBef>
        <a:buClr>
          <a:srgbClr val="00B0F0"/>
        </a:buClr>
        <a:buFont typeface="Arial" charset="0"/>
        <a:buChar char="•"/>
        <a:defRPr kumimoji="0" lang="en-US" sz="1467" b="0" i="0" u="none" strike="noStrike" kern="1200" cap="none" spc="0" normalizeH="0" baseline="0" noProof="0" dirty="0" smtClean="0">
          <a:ln>
            <a:noFill/>
          </a:ln>
          <a:solidFill>
            <a:schemeClr val="accent2"/>
          </a:solidFill>
          <a:effectLst/>
          <a:uLnTx/>
          <a:uFillTx/>
          <a:latin typeface="+mn-lt"/>
          <a:ea typeface="+mn-ea"/>
          <a:cs typeface="+mn-cs"/>
        </a:defRPr>
      </a:lvl4pPr>
      <a:lvl5pPr marL="2666933" indent="-228594" algn="l" defTabSz="609585" rtl="0" eaLnBrk="1" latinLnBrk="0" hangingPunct="1">
        <a:spcBef>
          <a:spcPts val="800"/>
        </a:spcBef>
        <a:buClr>
          <a:srgbClr val="00B0F0"/>
        </a:buClr>
        <a:buFont typeface="Arial" charset="0"/>
        <a:buChar char="•"/>
        <a:defRPr kumimoji="0" lang="en-US" sz="1400" b="0" i="0" u="none" strike="noStrike" kern="1200" cap="none" spc="0" normalizeH="0" baseline="0" noProof="0" dirty="0">
          <a:ln>
            <a:noFill/>
          </a:ln>
          <a:solidFill>
            <a:schemeClr val="accent2"/>
          </a:solidFill>
          <a:effectLst/>
          <a:uLnTx/>
          <a:uFillTx/>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holding a steering wheel of a car&#10;&#10;Description automatically generated">
            <a:extLst>
              <a:ext uri="{FF2B5EF4-FFF2-40B4-BE49-F238E27FC236}">
                <a16:creationId xmlns:a16="http://schemas.microsoft.com/office/drawing/2014/main" id="{15040E21-1FE4-DB3B-421C-C6B8024B63EB}"/>
              </a:ext>
            </a:extLst>
          </p:cNvPr>
          <p:cNvPicPr>
            <a:picLocks noChangeAspect="1"/>
          </p:cNvPicPr>
          <p:nvPr/>
        </p:nvPicPr>
        <p:blipFill rotWithShape="1">
          <a:blip r:embed="rId2">
            <a:extLst>
              <a:ext uri="{28A0092B-C50C-407E-A947-70E740481C1C}">
                <a14:useLocalDpi xmlns:a14="http://schemas.microsoft.com/office/drawing/2010/main" val="0"/>
              </a:ext>
            </a:extLst>
          </a:blip>
          <a:srcRect l="62054" r="6724"/>
          <a:stretch/>
        </p:blipFill>
        <p:spPr>
          <a:xfrm>
            <a:off x="0" y="0"/>
            <a:ext cx="3413052" cy="6858000"/>
          </a:xfrm>
          <a:prstGeom prst="rect">
            <a:avLst/>
          </a:prstGeom>
        </p:spPr>
      </p:pic>
      <p:sp>
        <p:nvSpPr>
          <p:cNvPr id="5" name="Rectangle 4">
            <a:extLst>
              <a:ext uri="{FF2B5EF4-FFF2-40B4-BE49-F238E27FC236}">
                <a16:creationId xmlns:a16="http://schemas.microsoft.com/office/drawing/2014/main" id="{10DD8362-7541-E97C-D295-F9B4892C39A9}"/>
              </a:ext>
            </a:extLst>
          </p:cNvPr>
          <p:cNvSpPr/>
          <p:nvPr/>
        </p:nvSpPr>
        <p:spPr>
          <a:xfrm>
            <a:off x="3413052" y="0"/>
            <a:ext cx="2682948" cy="6858000"/>
          </a:xfrm>
          <a:prstGeom prst="rect">
            <a:avLst/>
          </a:prstGeom>
          <a:solidFill>
            <a:schemeClr val="accent3"/>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Tenorite Regular"/>
            </a:endParaRPr>
          </a:p>
        </p:txBody>
      </p:sp>
      <p:sp>
        <p:nvSpPr>
          <p:cNvPr id="2" name="Title 1">
            <a:extLst>
              <a:ext uri="{FF2B5EF4-FFF2-40B4-BE49-F238E27FC236}">
                <a16:creationId xmlns:a16="http://schemas.microsoft.com/office/drawing/2014/main" id="{0390F6E7-E7F8-FFD8-BB6C-2085045B0AE7}"/>
              </a:ext>
            </a:extLst>
          </p:cNvPr>
          <p:cNvSpPr>
            <a:spLocks noGrp="1"/>
          </p:cNvSpPr>
          <p:nvPr>
            <p:ph type="title"/>
          </p:nvPr>
        </p:nvSpPr>
        <p:spPr>
          <a:xfrm>
            <a:off x="3645355" y="972732"/>
            <a:ext cx="2450645" cy="606152"/>
          </a:xfrm>
        </p:spPr>
        <p:txBody>
          <a:bodyPr/>
          <a:lstStyle/>
          <a:p>
            <a:r>
              <a:rPr lang="en-US" dirty="0">
                <a:solidFill>
                  <a:schemeClr val="bg1"/>
                </a:solidFill>
              </a:rPr>
              <a:t>Strategic Partner to ELC driving Digital Transformation </a:t>
            </a:r>
            <a:br>
              <a:rPr lang="en-US" dirty="0">
                <a:solidFill>
                  <a:schemeClr val="bg1"/>
                </a:solidFill>
              </a:rPr>
            </a:br>
            <a:r>
              <a:rPr lang="en-US" dirty="0">
                <a:solidFill>
                  <a:schemeClr val="bg1"/>
                </a:solidFill>
              </a:rPr>
              <a:t>at scale</a:t>
            </a:r>
          </a:p>
        </p:txBody>
      </p:sp>
      <p:sp>
        <p:nvSpPr>
          <p:cNvPr id="6" name="Client…">
            <a:extLst>
              <a:ext uri="{FF2B5EF4-FFF2-40B4-BE49-F238E27FC236}">
                <a16:creationId xmlns:a16="http://schemas.microsoft.com/office/drawing/2014/main" id="{AF65288F-BA3C-B847-7A29-935C58D31E7D}"/>
              </a:ext>
            </a:extLst>
          </p:cNvPr>
          <p:cNvSpPr txBox="1"/>
          <p:nvPr/>
        </p:nvSpPr>
        <p:spPr>
          <a:xfrm>
            <a:off x="3645356" y="5207258"/>
            <a:ext cx="2096226" cy="7071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0" lvl="0" indent="0" algn="l" defTabSz="291453" rtl="0" eaLnBrk="1" fontAlgn="auto" latinLnBrk="0" hangingPunct="0">
              <a:lnSpc>
                <a:spcPct val="110000"/>
              </a:lnSpc>
              <a:spcBef>
                <a:spcPts val="0"/>
              </a:spcBef>
              <a:spcAft>
                <a:spcPts val="0"/>
              </a:spcAft>
              <a:buClrTx/>
              <a:buSzTx/>
              <a:buFontTx/>
              <a:buNone/>
              <a:tabLst>
                <a:tab pos="222880" algn="l"/>
                <a:tab pos="451474" algn="l"/>
                <a:tab pos="680068" algn="l"/>
                <a:tab pos="897234" algn="l"/>
                <a:tab pos="1125828" algn="l"/>
                <a:tab pos="1354422" algn="l"/>
                <a:tab pos="1583016" algn="l"/>
                <a:tab pos="1811611" algn="l"/>
                <a:tab pos="2040205" algn="l"/>
                <a:tab pos="2268799" algn="l"/>
                <a:tab pos="2497394" algn="l"/>
                <a:tab pos="2725988" algn="l"/>
              </a:tabLst>
              <a:defRPr sz="2000" spc="-44">
                <a:solidFill>
                  <a:srgbClr val="EF3341"/>
                </a:solidFill>
                <a:latin typeface="+mj-lt"/>
                <a:ea typeface="+mj-ea"/>
                <a:cs typeface="+mj-cs"/>
                <a:sym typeface="Helvetica"/>
              </a:defRPr>
            </a:pPr>
            <a:r>
              <a:rPr kumimoji="0" sz="1200" b="1" i="0" u="none" strike="noStrike" kern="0" cap="none" spc="-20" normalizeH="0" baseline="0" noProof="0">
                <a:ln>
                  <a:noFill/>
                </a:ln>
                <a:solidFill>
                  <a:prstClr val="white"/>
                </a:solidFill>
                <a:effectLst/>
                <a:uLnTx/>
                <a:uFillTx/>
                <a:latin typeface="Tenorite" pitchFamily="2" charset="0"/>
                <a:ea typeface="+mn-ea"/>
                <a:cs typeface="+mn-cs"/>
                <a:sym typeface="Helvetica"/>
              </a:rPr>
              <a:t>Industry</a:t>
            </a:r>
            <a:endParaRPr kumimoji="0" sz="600" b="1" i="0" u="none" strike="noStrike" kern="0" cap="none" spc="-11" normalizeH="0" baseline="0" noProof="0">
              <a:ln>
                <a:noFill/>
              </a:ln>
              <a:solidFill>
                <a:prstClr val="white"/>
              </a:solidFill>
              <a:effectLst/>
              <a:uLnTx/>
              <a:uFillTx/>
              <a:latin typeface="Tenorite" pitchFamily="2" charset="0"/>
              <a:ea typeface="HelveticaNeueLT Std Med"/>
              <a:cs typeface="HelveticaNeueLT Std Med"/>
              <a:sym typeface="Helvetica Neue LT Std 85 Heavy"/>
            </a:endParaRPr>
          </a:p>
          <a:p>
            <a:pPr marL="0" marR="0" lvl="0" indent="0" algn="l" defTabSz="371460" rtl="0" eaLnBrk="1" fontAlgn="auto" latinLnBrk="0" hangingPunct="0">
              <a:lnSpc>
                <a:spcPct val="110000"/>
              </a:lnSpc>
              <a:spcBef>
                <a:spcPts val="0"/>
              </a:spcBef>
              <a:spcAft>
                <a:spcPts val="0"/>
              </a:spcAft>
              <a:buClrTx/>
              <a:buSzTx/>
              <a:buFontTx/>
              <a:buNone/>
              <a:tabLst/>
              <a:defRPr sz="1800" b="0" spc="0">
                <a:solidFill>
                  <a:srgbClr val="EF3341"/>
                </a:solidFill>
                <a:latin typeface="+mj-lt"/>
                <a:ea typeface="+mj-ea"/>
                <a:cs typeface="+mj-cs"/>
                <a:sym typeface="Helvetica"/>
              </a:defRPr>
            </a:pPr>
            <a:r>
              <a:rPr kumimoji="0" lang="en-IN" sz="1000" b="0" i="0" u="none" strike="noStrike" kern="0" cap="none" spc="0" normalizeH="0" baseline="0" noProof="0">
                <a:ln>
                  <a:noFill/>
                </a:ln>
                <a:solidFill>
                  <a:prstClr val="white"/>
                </a:solidFill>
                <a:effectLst/>
                <a:uLnTx/>
                <a:uFillTx/>
                <a:latin typeface="Tenorite" pitchFamily="2" charset="0"/>
                <a:ea typeface="+mn-ea"/>
                <a:cs typeface="+mn-cs"/>
                <a:sym typeface="Helvetica"/>
              </a:rPr>
              <a:t>A leading skincare, makeup, fragrance and hair care products company</a:t>
            </a:r>
          </a:p>
        </p:txBody>
      </p:sp>
      <p:grpSp>
        <p:nvGrpSpPr>
          <p:cNvPr id="7" name="Graphic 31">
            <a:extLst>
              <a:ext uri="{FF2B5EF4-FFF2-40B4-BE49-F238E27FC236}">
                <a16:creationId xmlns:a16="http://schemas.microsoft.com/office/drawing/2014/main" id="{CD2C8079-8965-D87C-56AD-0B25764F913C}"/>
              </a:ext>
            </a:extLst>
          </p:cNvPr>
          <p:cNvGrpSpPr/>
          <p:nvPr/>
        </p:nvGrpSpPr>
        <p:grpSpPr>
          <a:xfrm>
            <a:off x="6526968" y="436165"/>
            <a:ext cx="324490" cy="448645"/>
            <a:chOff x="2144384" y="2940485"/>
            <a:chExt cx="454374" cy="588227"/>
          </a:xfrm>
          <a:solidFill>
            <a:schemeClr val="tx1">
              <a:lumMod val="90000"/>
              <a:lumOff val="10000"/>
            </a:schemeClr>
          </a:solidFill>
        </p:grpSpPr>
        <p:sp>
          <p:nvSpPr>
            <p:cNvPr id="8" name="Freeform 64">
              <a:extLst>
                <a:ext uri="{FF2B5EF4-FFF2-40B4-BE49-F238E27FC236}">
                  <a16:creationId xmlns:a16="http://schemas.microsoft.com/office/drawing/2014/main" id="{7689029F-E191-2159-1B2F-83FF8DAE2087}"/>
                </a:ext>
              </a:extLst>
            </p:cNvPr>
            <p:cNvSpPr/>
            <p:nvPr/>
          </p:nvSpPr>
          <p:spPr>
            <a:xfrm>
              <a:off x="2144384" y="2940485"/>
              <a:ext cx="454374" cy="588227"/>
            </a:xfrm>
            <a:custGeom>
              <a:avLst/>
              <a:gdLst>
                <a:gd name="connsiteX0" fmla="*/ 403728 w 454374"/>
                <a:gd name="connsiteY0" fmla="*/ 588228 h 588227"/>
                <a:gd name="connsiteX1" fmla="*/ 50647 w 454374"/>
                <a:gd name="connsiteY1" fmla="*/ 588228 h 588227"/>
                <a:gd name="connsiteX2" fmla="*/ 0 w 454374"/>
                <a:gd name="connsiteY2" fmla="*/ 537581 h 588227"/>
                <a:gd name="connsiteX3" fmla="*/ 0 w 454374"/>
                <a:gd name="connsiteY3" fmla="*/ 50647 h 588227"/>
                <a:gd name="connsiteX4" fmla="*/ 50647 w 454374"/>
                <a:gd name="connsiteY4" fmla="*/ 0 h 588227"/>
                <a:gd name="connsiteX5" fmla="*/ 403728 w 454374"/>
                <a:gd name="connsiteY5" fmla="*/ 0 h 588227"/>
                <a:gd name="connsiteX6" fmla="*/ 454375 w 454374"/>
                <a:gd name="connsiteY6" fmla="*/ 50647 h 588227"/>
                <a:gd name="connsiteX7" fmla="*/ 454375 w 454374"/>
                <a:gd name="connsiteY7" fmla="*/ 537581 h 588227"/>
                <a:gd name="connsiteX8" fmla="*/ 403728 w 454374"/>
                <a:gd name="connsiteY8" fmla="*/ 588228 h 588227"/>
                <a:gd name="connsiteX9" fmla="*/ 50647 w 454374"/>
                <a:gd name="connsiteY9" fmla="*/ 17365 h 588227"/>
                <a:gd name="connsiteX10" fmla="*/ 16641 w 454374"/>
                <a:gd name="connsiteY10" fmla="*/ 51370 h 588227"/>
                <a:gd name="connsiteX11" fmla="*/ 16641 w 454374"/>
                <a:gd name="connsiteY11" fmla="*/ 538304 h 588227"/>
                <a:gd name="connsiteX12" fmla="*/ 50647 w 454374"/>
                <a:gd name="connsiteY12" fmla="*/ 572310 h 588227"/>
                <a:gd name="connsiteX13" fmla="*/ 403728 w 454374"/>
                <a:gd name="connsiteY13" fmla="*/ 572310 h 588227"/>
                <a:gd name="connsiteX14" fmla="*/ 437734 w 454374"/>
                <a:gd name="connsiteY14" fmla="*/ 538304 h 588227"/>
                <a:gd name="connsiteX15" fmla="*/ 437734 w 454374"/>
                <a:gd name="connsiteY15" fmla="*/ 50647 h 588227"/>
                <a:gd name="connsiteX16" fmla="*/ 403728 w 454374"/>
                <a:gd name="connsiteY16" fmla="*/ 16641 h 588227"/>
                <a:gd name="connsiteX17" fmla="*/ 50647 w 454374"/>
                <a:gd name="connsiteY17" fmla="*/ 16641 h 588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4374" h="588227">
                  <a:moveTo>
                    <a:pt x="403728" y="588228"/>
                  </a:moveTo>
                  <a:lnTo>
                    <a:pt x="50647" y="588228"/>
                  </a:lnTo>
                  <a:cubicBezTo>
                    <a:pt x="23153" y="588228"/>
                    <a:pt x="0" y="565798"/>
                    <a:pt x="0" y="537581"/>
                  </a:cubicBezTo>
                  <a:lnTo>
                    <a:pt x="0" y="50647"/>
                  </a:lnTo>
                  <a:cubicBezTo>
                    <a:pt x="0" y="23153"/>
                    <a:pt x="22429" y="0"/>
                    <a:pt x="50647" y="0"/>
                  </a:cubicBezTo>
                  <a:lnTo>
                    <a:pt x="403728" y="0"/>
                  </a:lnTo>
                  <a:cubicBezTo>
                    <a:pt x="431222" y="0"/>
                    <a:pt x="454375" y="22429"/>
                    <a:pt x="454375" y="50647"/>
                  </a:cubicBezTo>
                  <a:lnTo>
                    <a:pt x="454375" y="537581"/>
                  </a:lnTo>
                  <a:cubicBezTo>
                    <a:pt x="453651" y="565798"/>
                    <a:pt x="431222" y="588228"/>
                    <a:pt x="403728" y="588228"/>
                  </a:cubicBezTo>
                  <a:close/>
                  <a:moveTo>
                    <a:pt x="50647" y="17365"/>
                  </a:moveTo>
                  <a:cubicBezTo>
                    <a:pt x="31835" y="17365"/>
                    <a:pt x="16641" y="32559"/>
                    <a:pt x="16641" y="51370"/>
                  </a:cubicBezTo>
                  <a:lnTo>
                    <a:pt x="16641" y="538304"/>
                  </a:lnTo>
                  <a:cubicBezTo>
                    <a:pt x="16641" y="557116"/>
                    <a:pt x="31835" y="572310"/>
                    <a:pt x="50647" y="572310"/>
                  </a:cubicBezTo>
                  <a:lnTo>
                    <a:pt x="403728" y="572310"/>
                  </a:lnTo>
                  <a:cubicBezTo>
                    <a:pt x="422540" y="572310"/>
                    <a:pt x="437734" y="557116"/>
                    <a:pt x="437734" y="538304"/>
                  </a:cubicBezTo>
                  <a:lnTo>
                    <a:pt x="437734" y="50647"/>
                  </a:lnTo>
                  <a:cubicBezTo>
                    <a:pt x="437734" y="31835"/>
                    <a:pt x="422540" y="16641"/>
                    <a:pt x="403728" y="16641"/>
                  </a:cubicBezTo>
                  <a:lnTo>
                    <a:pt x="50647" y="16641"/>
                  </a:ln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sp>
          <p:nvSpPr>
            <p:cNvPr id="9" name="Freeform 65">
              <a:extLst>
                <a:ext uri="{FF2B5EF4-FFF2-40B4-BE49-F238E27FC236}">
                  <a16:creationId xmlns:a16="http://schemas.microsoft.com/office/drawing/2014/main" id="{6D8D2CA1-6560-9BFF-22B6-38FE1A1E8D22}"/>
                </a:ext>
              </a:extLst>
            </p:cNvPr>
            <p:cNvSpPr/>
            <p:nvPr/>
          </p:nvSpPr>
          <p:spPr>
            <a:xfrm>
              <a:off x="2205884" y="2940485"/>
              <a:ext cx="330651" cy="74523"/>
            </a:xfrm>
            <a:custGeom>
              <a:avLst/>
              <a:gdLst>
                <a:gd name="connsiteX0" fmla="*/ 321970 w 330651"/>
                <a:gd name="connsiteY0" fmla="*/ 74523 h 74523"/>
                <a:gd name="connsiteX1" fmla="*/ 8682 w 330651"/>
                <a:gd name="connsiteY1" fmla="*/ 74523 h 74523"/>
                <a:gd name="connsiteX2" fmla="*/ 0 w 330651"/>
                <a:gd name="connsiteY2" fmla="*/ 65841 h 74523"/>
                <a:gd name="connsiteX3" fmla="*/ 0 w 330651"/>
                <a:gd name="connsiteY3" fmla="*/ 8682 h 74523"/>
                <a:gd name="connsiteX4" fmla="*/ 8682 w 330651"/>
                <a:gd name="connsiteY4" fmla="*/ 0 h 74523"/>
                <a:gd name="connsiteX5" fmla="*/ 321970 w 330651"/>
                <a:gd name="connsiteY5" fmla="*/ 0 h 74523"/>
                <a:gd name="connsiteX6" fmla="*/ 330652 w 330651"/>
                <a:gd name="connsiteY6" fmla="*/ 8682 h 74523"/>
                <a:gd name="connsiteX7" fmla="*/ 330652 w 330651"/>
                <a:gd name="connsiteY7" fmla="*/ 65841 h 74523"/>
                <a:gd name="connsiteX8" fmla="*/ 321970 w 330651"/>
                <a:gd name="connsiteY8" fmla="*/ 74523 h 74523"/>
                <a:gd name="connsiteX9" fmla="*/ 17365 w 330651"/>
                <a:gd name="connsiteY9" fmla="*/ 57882 h 74523"/>
                <a:gd name="connsiteX10" fmla="*/ 314011 w 330651"/>
                <a:gd name="connsiteY10" fmla="*/ 57882 h 74523"/>
                <a:gd name="connsiteX11" fmla="*/ 314011 w 330651"/>
                <a:gd name="connsiteY11" fmla="*/ 17365 h 74523"/>
                <a:gd name="connsiteX12" fmla="*/ 17365 w 330651"/>
                <a:gd name="connsiteY12" fmla="*/ 17365 h 74523"/>
                <a:gd name="connsiteX13" fmla="*/ 17365 w 330651"/>
                <a:gd name="connsiteY13" fmla="*/ 57882 h 74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651" h="74523">
                  <a:moveTo>
                    <a:pt x="321970" y="74523"/>
                  </a:moveTo>
                  <a:lnTo>
                    <a:pt x="8682" y="74523"/>
                  </a:lnTo>
                  <a:cubicBezTo>
                    <a:pt x="4341" y="74523"/>
                    <a:pt x="0" y="70906"/>
                    <a:pt x="0" y="65841"/>
                  </a:cubicBezTo>
                  <a:lnTo>
                    <a:pt x="0" y="8682"/>
                  </a:lnTo>
                  <a:cubicBezTo>
                    <a:pt x="0" y="4341"/>
                    <a:pt x="3618" y="0"/>
                    <a:pt x="8682" y="0"/>
                  </a:cubicBezTo>
                  <a:lnTo>
                    <a:pt x="321970" y="0"/>
                  </a:lnTo>
                  <a:cubicBezTo>
                    <a:pt x="326311" y="0"/>
                    <a:pt x="330652" y="3618"/>
                    <a:pt x="330652" y="8682"/>
                  </a:cubicBezTo>
                  <a:lnTo>
                    <a:pt x="330652" y="65841"/>
                  </a:lnTo>
                  <a:cubicBezTo>
                    <a:pt x="330652" y="70906"/>
                    <a:pt x="327034" y="74523"/>
                    <a:pt x="321970" y="74523"/>
                  </a:cubicBezTo>
                  <a:close/>
                  <a:moveTo>
                    <a:pt x="17365" y="57882"/>
                  </a:moveTo>
                  <a:lnTo>
                    <a:pt x="314011" y="57882"/>
                  </a:lnTo>
                  <a:lnTo>
                    <a:pt x="314011" y="17365"/>
                  </a:lnTo>
                  <a:lnTo>
                    <a:pt x="17365" y="17365"/>
                  </a:lnTo>
                  <a:lnTo>
                    <a:pt x="17365" y="57882"/>
                  </a:ln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grpSp>
          <p:nvGrpSpPr>
            <p:cNvPr id="10" name="Graphic 31">
              <a:extLst>
                <a:ext uri="{FF2B5EF4-FFF2-40B4-BE49-F238E27FC236}">
                  <a16:creationId xmlns:a16="http://schemas.microsoft.com/office/drawing/2014/main" id="{1A4FFB44-94BA-0709-136D-0A88AFA60900}"/>
                </a:ext>
              </a:extLst>
            </p:cNvPr>
            <p:cNvGrpSpPr/>
            <p:nvPr/>
          </p:nvGrpSpPr>
          <p:grpSpPr>
            <a:xfrm>
              <a:off x="2231388" y="3106353"/>
              <a:ext cx="279824" cy="305147"/>
              <a:chOff x="2231388" y="3106353"/>
              <a:chExt cx="279824" cy="305147"/>
            </a:xfrm>
            <a:grpFill/>
          </p:grpSpPr>
          <p:grpSp>
            <p:nvGrpSpPr>
              <p:cNvPr id="11" name="Graphic 31">
                <a:extLst>
                  <a:ext uri="{FF2B5EF4-FFF2-40B4-BE49-F238E27FC236}">
                    <a16:creationId xmlns:a16="http://schemas.microsoft.com/office/drawing/2014/main" id="{DAF8CC77-BEDD-2B73-7B4D-689F32EF59A7}"/>
                  </a:ext>
                </a:extLst>
              </p:cNvPr>
              <p:cNvGrpSpPr/>
              <p:nvPr/>
            </p:nvGrpSpPr>
            <p:grpSpPr>
              <a:xfrm>
                <a:off x="2231388" y="3106353"/>
                <a:ext cx="88632" cy="305147"/>
                <a:chOff x="2231388" y="3106353"/>
                <a:chExt cx="88632" cy="305147"/>
              </a:xfrm>
              <a:grpFill/>
            </p:grpSpPr>
            <p:sp>
              <p:nvSpPr>
                <p:cNvPr id="16" name="Freeform 72">
                  <a:extLst>
                    <a:ext uri="{FF2B5EF4-FFF2-40B4-BE49-F238E27FC236}">
                      <a16:creationId xmlns:a16="http://schemas.microsoft.com/office/drawing/2014/main" id="{5B9780FF-4B4D-6E9A-A24D-138E9EF2095D}"/>
                    </a:ext>
                  </a:extLst>
                </p:cNvPr>
                <p:cNvSpPr/>
                <p:nvPr/>
              </p:nvSpPr>
              <p:spPr>
                <a:xfrm>
                  <a:off x="2231388" y="3106353"/>
                  <a:ext cx="88632" cy="64213"/>
                </a:xfrm>
                <a:custGeom>
                  <a:avLst/>
                  <a:gdLst>
                    <a:gd name="connsiteX0" fmla="*/ 32378 w 88632"/>
                    <a:gd name="connsiteY0" fmla="*/ 64213 h 64213"/>
                    <a:gd name="connsiteX1" fmla="*/ 26590 w 88632"/>
                    <a:gd name="connsiteY1" fmla="*/ 62042 h 64213"/>
                    <a:gd name="connsiteX2" fmla="*/ 2713 w 88632"/>
                    <a:gd name="connsiteY2" fmla="*/ 38166 h 64213"/>
                    <a:gd name="connsiteX3" fmla="*/ 2713 w 88632"/>
                    <a:gd name="connsiteY3" fmla="*/ 26590 h 64213"/>
                    <a:gd name="connsiteX4" fmla="*/ 14290 w 88632"/>
                    <a:gd name="connsiteY4" fmla="*/ 26590 h 64213"/>
                    <a:gd name="connsiteX5" fmla="*/ 32378 w 88632"/>
                    <a:gd name="connsiteY5" fmla="*/ 44678 h 64213"/>
                    <a:gd name="connsiteX6" fmla="*/ 74342 w 88632"/>
                    <a:gd name="connsiteY6" fmla="*/ 2713 h 64213"/>
                    <a:gd name="connsiteX7" fmla="*/ 85919 w 88632"/>
                    <a:gd name="connsiteY7" fmla="*/ 2713 h 64213"/>
                    <a:gd name="connsiteX8" fmla="*/ 85919 w 88632"/>
                    <a:gd name="connsiteY8" fmla="*/ 14290 h 64213"/>
                    <a:gd name="connsiteX9" fmla="*/ 38166 w 88632"/>
                    <a:gd name="connsiteY9" fmla="*/ 62042 h 64213"/>
                    <a:gd name="connsiteX10" fmla="*/ 32378 w 88632"/>
                    <a:gd name="connsiteY10" fmla="*/ 64213 h 6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632" h="64213">
                      <a:moveTo>
                        <a:pt x="32378" y="64213"/>
                      </a:moveTo>
                      <a:cubicBezTo>
                        <a:pt x="30207" y="64213"/>
                        <a:pt x="28037" y="63490"/>
                        <a:pt x="26590" y="62042"/>
                      </a:cubicBezTo>
                      <a:lnTo>
                        <a:pt x="2713" y="38166"/>
                      </a:lnTo>
                      <a:cubicBezTo>
                        <a:pt x="-904" y="34548"/>
                        <a:pt x="-904" y="29484"/>
                        <a:pt x="2713" y="26590"/>
                      </a:cubicBezTo>
                      <a:cubicBezTo>
                        <a:pt x="6331" y="22972"/>
                        <a:pt x="11396" y="22972"/>
                        <a:pt x="14290" y="26590"/>
                      </a:cubicBezTo>
                      <a:lnTo>
                        <a:pt x="32378" y="44678"/>
                      </a:lnTo>
                      <a:lnTo>
                        <a:pt x="74342" y="2713"/>
                      </a:lnTo>
                      <a:cubicBezTo>
                        <a:pt x="77960" y="-904"/>
                        <a:pt x="83025" y="-904"/>
                        <a:pt x="85919" y="2713"/>
                      </a:cubicBezTo>
                      <a:cubicBezTo>
                        <a:pt x="89536" y="6331"/>
                        <a:pt x="89536" y="11396"/>
                        <a:pt x="85919" y="14290"/>
                      </a:cubicBezTo>
                      <a:lnTo>
                        <a:pt x="38166" y="62042"/>
                      </a:lnTo>
                      <a:cubicBezTo>
                        <a:pt x="36719" y="63490"/>
                        <a:pt x="34548" y="64213"/>
                        <a:pt x="32378" y="64213"/>
                      </a:cubicBez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sp>
              <p:nvSpPr>
                <p:cNvPr id="17" name="Freeform 73">
                  <a:extLst>
                    <a:ext uri="{FF2B5EF4-FFF2-40B4-BE49-F238E27FC236}">
                      <a16:creationId xmlns:a16="http://schemas.microsoft.com/office/drawing/2014/main" id="{2A0CE07F-7BF9-116E-6A8E-FFB3C2DD0BFF}"/>
                    </a:ext>
                  </a:extLst>
                </p:cNvPr>
                <p:cNvSpPr/>
                <p:nvPr/>
              </p:nvSpPr>
              <p:spPr>
                <a:xfrm>
                  <a:off x="2231388" y="3226459"/>
                  <a:ext cx="88632" cy="64213"/>
                </a:xfrm>
                <a:custGeom>
                  <a:avLst/>
                  <a:gdLst>
                    <a:gd name="connsiteX0" fmla="*/ 32378 w 88632"/>
                    <a:gd name="connsiteY0" fmla="*/ 64213 h 64213"/>
                    <a:gd name="connsiteX1" fmla="*/ 26590 w 88632"/>
                    <a:gd name="connsiteY1" fmla="*/ 62042 h 64213"/>
                    <a:gd name="connsiteX2" fmla="*/ 2713 w 88632"/>
                    <a:gd name="connsiteY2" fmla="*/ 38166 h 64213"/>
                    <a:gd name="connsiteX3" fmla="*/ 2713 w 88632"/>
                    <a:gd name="connsiteY3" fmla="*/ 26590 h 64213"/>
                    <a:gd name="connsiteX4" fmla="*/ 14290 w 88632"/>
                    <a:gd name="connsiteY4" fmla="*/ 26590 h 64213"/>
                    <a:gd name="connsiteX5" fmla="*/ 32378 w 88632"/>
                    <a:gd name="connsiteY5" fmla="*/ 44678 h 64213"/>
                    <a:gd name="connsiteX6" fmla="*/ 74342 w 88632"/>
                    <a:gd name="connsiteY6" fmla="*/ 2713 h 64213"/>
                    <a:gd name="connsiteX7" fmla="*/ 85919 w 88632"/>
                    <a:gd name="connsiteY7" fmla="*/ 2713 h 64213"/>
                    <a:gd name="connsiteX8" fmla="*/ 85919 w 88632"/>
                    <a:gd name="connsiteY8" fmla="*/ 14290 h 64213"/>
                    <a:gd name="connsiteX9" fmla="*/ 38166 w 88632"/>
                    <a:gd name="connsiteY9" fmla="*/ 62042 h 64213"/>
                    <a:gd name="connsiteX10" fmla="*/ 32378 w 88632"/>
                    <a:gd name="connsiteY10" fmla="*/ 64213 h 6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632" h="64213">
                      <a:moveTo>
                        <a:pt x="32378" y="64213"/>
                      </a:moveTo>
                      <a:cubicBezTo>
                        <a:pt x="30207" y="64213"/>
                        <a:pt x="28037" y="63489"/>
                        <a:pt x="26590" y="62042"/>
                      </a:cubicBezTo>
                      <a:lnTo>
                        <a:pt x="2713" y="38166"/>
                      </a:lnTo>
                      <a:cubicBezTo>
                        <a:pt x="-904" y="34548"/>
                        <a:pt x="-904" y="29484"/>
                        <a:pt x="2713" y="26590"/>
                      </a:cubicBezTo>
                      <a:cubicBezTo>
                        <a:pt x="6331" y="22972"/>
                        <a:pt x="11396" y="22972"/>
                        <a:pt x="14290" y="26590"/>
                      </a:cubicBezTo>
                      <a:lnTo>
                        <a:pt x="32378" y="44678"/>
                      </a:lnTo>
                      <a:lnTo>
                        <a:pt x="74342" y="2713"/>
                      </a:lnTo>
                      <a:cubicBezTo>
                        <a:pt x="77960" y="-904"/>
                        <a:pt x="83025" y="-904"/>
                        <a:pt x="85919" y="2713"/>
                      </a:cubicBezTo>
                      <a:cubicBezTo>
                        <a:pt x="89536" y="6331"/>
                        <a:pt x="89536" y="11396"/>
                        <a:pt x="85919" y="14290"/>
                      </a:cubicBezTo>
                      <a:lnTo>
                        <a:pt x="38166" y="62042"/>
                      </a:lnTo>
                      <a:cubicBezTo>
                        <a:pt x="36719" y="63489"/>
                        <a:pt x="34548" y="64213"/>
                        <a:pt x="32378" y="64213"/>
                      </a:cubicBez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sp>
              <p:nvSpPr>
                <p:cNvPr id="18" name="Freeform 74">
                  <a:extLst>
                    <a:ext uri="{FF2B5EF4-FFF2-40B4-BE49-F238E27FC236}">
                      <a16:creationId xmlns:a16="http://schemas.microsoft.com/office/drawing/2014/main" id="{D4A87C24-3D8B-72D4-3D98-D354A4C19AA4}"/>
                    </a:ext>
                  </a:extLst>
                </p:cNvPr>
                <p:cNvSpPr/>
                <p:nvPr/>
              </p:nvSpPr>
              <p:spPr>
                <a:xfrm>
                  <a:off x="2231388" y="3347288"/>
                  <a:ext cx="88632" cy="64213"/>
                </a:xfrm>
                <a:custGeom>
                  <a:avLst/>
                  <a:gdLst>
                    <a:gd name="connsiteX0" fmla="*/ 32378 w 88632"/>
                    <a:gd name="connsiteY0" fmla="*/ 64213 h 64213"/>
                    <a:gd name="connsiteX1" fmla="*/ 26590 w 88632"/>
                    <a:gd name="connsiteY1" fmla="*/ 62042 h 64213"/>
                    <a:gd name="connsiteX2" fmla="*/ 2713 w 88632"/>
                    <a:gd name="connsiteY2" fmla="*/ 38166 h 64213"/>
                    <a:gd name="connsiteX3" fmla="*/ 2713 w 88632"/>
                    <a:gd name="connsiteY3" fmla="*/ 26590 h 64213"/>
                    <a:gd name="connsiteX4" fmla="*/ 14290 w 88632"/>
                    <a:gd name="connsiteY4" fmla="*/ 26590 h 64213"/>
                    <a:gd name="connsiteX5" fmla="*/ 32378 w 88632"/>
                    <a:gd name="connsiteY5" fmla="*/ 44678 h 64213"/>
                    <a:gd name="connsiteX6" fmla="*/ 74342 w 88632"/>
                    <a:gd name="connsiteY6" fmla="*/ 2713 h 64213"/>
                    <a:gd name="connsiteX7" fmla="*/ 85919 w 88632"/>
                    <a:gd name="connsiteY7" fmla="*/ 2713 h 64213"/>
                    <a:gd name="connsiteX8" fmla="*/ 85919 w 88632"/>
                    <a:gd name="connsiteY8" fmla="*/ 14290 h 64213"/>
                    <a:gd name="connsiteX9" fmla="*/ 38166 w 88632"/>
                    <a:gd name="connsiteY9" fmla="*/ 62042 h 64213"/>
                    <a:gd name="connsiteX10" fmla="*/ 32378 w 88632"/>
                    <a:gd name="connsiteY10" fmla="*/ 64213 h 6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632" h="64213">
                      <a:moveTo>
                        <a:pt x="32378" y="64213"/>
                      </a:moveTo>
                      <a:cubicBezTo>
                        <a:pt x="30207" y="64213"/>
                        <a:pt x="28037" y="63490"/>
                        <a:pt x="26590" y="62042"/>
                      </a:cubicBezTo>
                      <a:lnTo>
                        <a:pt x="2713" y="38166"/>
                      </a:lnTo>
                      <a:cubicBezTo>
                        <a:pt x="-904" y="34548"/>
                        <a:pt x="-904" y="29484"/>
                        <a:pt x="2713" y="26590"/>
                      </a:cubicBezTo>
                      <a:cubicBezTo>
                        <a:pt x="6331" y="22972"/>
                        <a:pt x="11396" y="22972"/>
                        <a:pt x="14290" y="26590"/>
                      </a:cubicBezTo>
                      <a:lnTo>
                        <a:pt x="32378" y="44678"/>
                      </a:lnTo>
                      <a:lnTo>
                        <a:pt x="74342" y="2713"/>
                      </a:lnTo>
                      <a:cubicBezTo>
                        <a:pt x="77960" y="-904"/>
                        <a:pt x="83025" y="-904"/>
                        <a:pt x="85919" y="2713"/>
                      </a:cubicBezTo>
                      <a:cubicBezTo>
                        <a:pt x="89536" y="6331"/>
                        <a:pt x="89536" y="11396"/>
                        <a:pt x="85919" y="14290"/>
                      </a:cubicBezTo>
                      <a:lnTo>
                        <a:pt x="38166" y="62042"/>
                      </a:lnTo>
                      <a:cubicBezTo>
                        <a:pt x="36719" y="63490"/>
                        <a:pt x="34548" y="64213"/>
                        <a:pt x="32378" y="64213"/>
                      </a:cubicBez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grpSp>
          <p:grpSp>
            <p:nvGrpSpPr>
              <p:cNvPr id="12" name="Graphic 31">
                <a:extLst>
                  <a:ext uri="{FF2B5EF4-FFF2-40B4-BE49-F238E27FC236}">
                    <a16:creationId xmlns:a16="http://schemas.microsoft.com/office/drawing/2014/main" id="{2072F1CB-9D69-082D-F32C-6E320129A93B}"/>
                  </a:ext>
                </a:extLst>
              </p:cNvPr>
              <p:cNvGrpSpPr/>
              <p:nvPr/>
            </p:nvGrpSpPr>
            <p:grpSpPr>
              <a:xfrm>
                <a:off x="2357101" y="3153202"/>
                <a:ext cx="154111" cy="258299"/>
                <a:chOff x="2357101" y="3153202"/>
                <a:chExt cx="154111" cy="258299"/>
              </a:xfrm>
              <a:grpFill/>
            </p:grpSpPr>
            <p:sp>
              <p:nvSpPr>
                <p:cNvPr id="13" name="Freeform 69">
                  <a:extLst>
                    <a:ext uri="{FF2B5EF4-FFF2-40B4-BE49-F238E27FC236}">
                      <a16:creationId xmlns:a16="http://schemas.microsoft.com/office/drawing/2014/main" id="{7661A3DF-99AA-A40B-A1D2-8454589124C1}"/>
                    </a:ext>
                  </a:extLst>
                </p:cNvPr>
                <p:cNvSpPr/>
                <p:nvPr/>
              </p:nvSpPr>
              <p:spPr>
                <a:xfrm>
                  <a:off x="2357101" y="3153202"/>
                  <a:ext cx="154111" cy="17364"/>
                </a:xfrm>
                <a:custGeom>
                  <a:avLst/>
                  <a:gdLst>
                    <a:gd name="connsiteX0" fmla="*/ 145429 w 154111"/>
                    <a:gd name="connsiteY0" fmla="*/ 17365 h 17364"/>
                    <a:gd name="connsiteX1" fmla="*/ 8682 w 154111"/>
                    <a:gd name="connsiteY1" fmla="*/ 17365 h 17364"/>
                    <a:gd name="connsiteX2" fmla="*/ 0 w 154111"/>
                    <a:gd name="connsiteY2" fmla="*/ 8682 h 17364"/>
                    <a:gd name="connsiteX3" fmla="*/ 8682 w 154111"/>
                    <a:gd name="connsiteY3" fmla="*/ 0 h 17364"/>
                    <a:gd name="connsiteX4" fmla="*/ 145429 w 154111"/>
                    <a:gd name="connsiteY4" fmla="*/ 0 h 17364"/>
                    <a:gd name="connsiteX5" fmla="*/ 154111 w 154111"/>
                    <a:gd name="connsiteY5" fmla="*/ 8682 h 17364"/>
                    <a:gd name="connsiteX6" fmla="*/ 145429 w 154111"/>
                    <a:gd name="connsiteY6" fmla="*/ 17365 h 17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111" h="17364">
                      <a:moveTo>
                        <a:pt x="145429" y="17365"/>
                      </a:moveTo>
                      <a:lnTo>
                        <a:pt x="8682" y="17365"/>
                      </a:lnTo>
                      <a:cubicBezTo>
                        <a:pt x="4341" y="17365"/>
                        <a:pt x="0" y="13747"/>
                        <a:pt x="0" y="8682"/>
                      </a:cubicBezTo>
                      <a:cubicBezTo>
                        <a:pt x="0" y="4341"/>
                        <a:pt x="3618" y="0"/>
                        <a:pt x="8682" y="0"/>
                      </a:cubicBezTo>
                      <a:lnTo>
                        <a:pt x="145429" y="0"/>
                      </a:lnTo>
                      <a:cubicBezTo>
                        <a:pt x="149770" y="0"/>
                        <a:pt x="154111" y="3618"/>
                        <a:pt x="154111" y="8682"/>
                      </a:cubicBezTo>
                      <a:cubicBezTo>
                        <a:pt x="154111" y="13747"/>
                        <a:pt x="150494" y="17365"/>
                        <a:pt x="145429" y="17365"/>
                      </a:cubicBez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sp>
              <p:nvSpPr>
                <p:cNvPr id="14" name="Freeform 70">
                  <a:extLst>
                    <a:ext uri="{FF2B5EF4-FFF2-40B4-BE49-F238E27FC236}">
                      <a16:creationId xmlns:a16="http://schemas.microsoft.com/office/drawing/2014/main" id="{39FB181D-B96B-53DB-0372-7FE9A5D5AAC7}"/>
                    </a:ext>
                  </a:extLst>
                </p:cNvPr>
                <p:cNvSpPr/>
                <p:nvPr/>
              </p:nvSpPr>
              <p:spPr>
                <a:xfrm>
                  <a:off x="2357101" y="3273307"/>
                  <a:ext cx="154111" cy="17364"/>
                </a:xfrm>
                <a:custGeom>
                  <a:avLst/>
                  <a:gdLst>
                    <a:gd name="connsiteX0" fmla="*/ 145429 w 154111"/>
                    <a:gd name="connsiteY0" fmla="*/ 17365 h 17364"/>
                    <a:gd name="connsiteX1" fmla="*/ 8682 w 154111"/>
                    <a:gd name="connsiteY1" fmla="*/ 17365 h 17364"/>
                    <a:gd name="connsiteX2" fmla="*/ 0 w 154111"/>
                    <a:gd name="connsiteY2" fmla="*/ 8682 h 17364"/>
                    <a:gd name="connsiteX3" fmla="*/ 8682 w 154111"/>
                    <a:gd name="connsiteY3" fmla="*/ 0 h 17364"/>
                    <a:gd name="connsiteX4" fmla="*/ 145429 w 154111"/>
                    <a:gd name="connsiteY4" fmla="*/ 0 h 17364"/>
                    <a:gd name="connsiteX5" fmla="*/ 154111 w 154111"/>
                    <a:gd name="connsiteY5" fmla="*/ 8682 h 17364"/>
                    <a:gd name="connsiteX6" fmla="*/ 145429 w 154111"/>
                    <a:gd name="connsiteY6" fmla="*/ 17365 h 17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111" h="17364">
                      <a:moveTo>
                        <a:pt x="145429" y="17365"/>
                      </a:moveTo>
                      <a:lnTo>
                        <a:pt x="8682" y="17365"/>
                      </a:lnTo>
                      <a:cubicBezTo>
                        <a:pt x="4341" y="17365"/>
                        <a:pt x="0" y="13747"/>
                        <a:pt x="0" y="8682"/>
                      </a:cubicBezTo>
                      <a:cubicBezTo>
                        <a:pt x="0" y="4341"/>
                        <a:pt x="3618" y="0"/>
                        <a:pt x="8682" y="0"/>
                      </a:cubicBezTo>
                      <a:lnTo>
                        <a:pt x="145429" y="0"/>
                      </a:lnTo>
                      <a:cubicBezTo>
                        <a:pt x="149770" y="0"/>
                        <a:pt x="154111" y="3618"/>
                        <a:pt x="154111" y="8682"/>
                      </a:cubicBezTo>
                      <a:cubicBezTo>
                        <a:pt x="154111" y="13747"/>
                        <a:pt x="150494" y="17365"/>
                        <a:pt x="145429" y="17365"/>
                      </a:cubicBez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sp>
              <p:nvSpPr>
                <p:cNvPr id="15" name="Freeform 71">
                  <a:extLst>
                    <a:ext uri="{FF2B5EF4-FFF2-40B4-BE49-F238E27FC236}">
                      <a16:creationId xmlns:a16="http://schemas.microsoft.com/office/drawing/2014/main" id="{DB372D47-493B-8EA9-4935-295868E215C4}"/>
                    </a:ext>
                  </a:extLst>
                </p:cNvPr>
                <p:cNvSpPr/>
                <p:nvPr/>
              </p:nvSpPr>
              <p:spPr>
                <a:xfrm>
                  <a:off x="2357101" y="3394136"/>
                  <a:ext cx="154111" cy="17364"/>
                </a:xfrm>
                <a:custGeom>
                  <a:avLst/>
                  <a:gdLst>
                    <a:gd name="connsiteX0" fmla="*/ 145429 w 154111"/>
                    <a:gd name="connsiteY0" fmla="*/ 17365 h 17364"/>
                    <a:gd name="connsiteX1" fmla="*/ 8682 w 154111"/>
                    <a:gd name="connsiteY1" fmla="*/ 17365 h 17364"/>
                    <a:gd name="connsiteX2" fmla="*/ 0 w 154111"/>
                    <a:gd name="connsiteY2" fmla="*/ 8682 h 17364"/>
                    <a:gd name="connsiteX3" fmla="*/ 8682 w 154111"/>
                    <a:gd name="connsiteY3" fmla="*/ 0 h 17364"/>
                    <a:gd name="connsiteX4" fmla="*/ 145429 w 154111"/>
                    <a:gd name="connsiteY4" fmla="*/ 0 h 17364"/>
                    <a:gd name="connsiteX5" fmla="*/ 154111 w 154111"/>
                    <a:gd name="connsiteY5" fmla="*/ 8682 h 17364"/>
                    <a:gd name="connsiteX6" fmla="*/ 145429 w 154111"/>
                    <a:gd name="connsiteY6" fmla="*/ 17365 h 17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111" h="17364">
                      <a:moveTo>
                        <a:pt x="145429" y="17365"/>
                      </a:moveTo>
                      <a:lnTo>
                        <a:pt x="8682" y="17365"/>
                      </a:lnTo>
                      <a:cubicBezTo>
                        <a:pt x="4341" y="17365"/>
                        <a:pt x="0" y="13747"/>
                        <a:pt x="0" y="8682"/>
                      </a:cubicBezTo>
                      <a:cubicBezTo>
                        <a:pt x="0" y="4341"/>
                        <a:pt x="3618" y="0"/>
                        <a:pt x="8682" y="0"/>
                      </a:cubicBezTo>
                      <a:lnTo>
                        <a:pt x="145429" y="0"/>
                      </a:lnTo>
                      <a:cubicBezTo>
                        <a:pt x="149770" y="0"/>
                        <a:pt x="154111" y="3618"/>
                        <a:pt x="154111" y="8682"/>
                      </a:cubicBezTo>
                      <a:cubicBezTo>
                        <a:pt x="154111" y="13747"/>
                        <a:pt x="150494" y="17365"/>
                        <a:pt x="145429" y="17365"/>
                      </a:cubicBezTo>
                      <a:close/>
                    </a:path>
                  </a:pathLst>
                </a:custGeom>
                <a:grpFill/>
                <a:ln w="7144"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grpSp>
        </p:grpSp>
      </p:grpSp>
      <p:grpSp>
        <p:nvGrpSpPr>
          <p:cNvPr id="19" name="Graphic 13">
            <a:extLst>
              <a:ext uri="{FF2B5EF4-FFF2-40B4-BE49-F238E27FC236}">
                <a16:creationId xmlns:a16="http://schemas.microsoft.com/office/drawing/2014/main" id="{AA0AD917-8C63-3A73-F437-5304C09A8DE4}"/>
              </a:ext>
            </a:extLst>
          </p:cNvPr>
          <p:cNvGrpSpPr/>
          <p:nvPr/>
        </p:nvGrpSpPr>
        <p:grpSpPr>
          <a:xfrm>
            <a:off x="6526968" y="2249204"/>
            <a:ext cx="431230" cy="431226"/>
            <a:chOff x="9903600" y="4569600"/>
            <a:chExt cx="4876800" cy="4876800"/>
          </a:xfrm>
          <a:solidFill>
            <a:schemeClr val="tx1"/>
          </a:solidFill>
        </p:grpSpPr>
        <p:sp>
          <p:nvSpPr>
            <p:cNvPr id="20" name="Freeform 34">
              <a:extLst>
                <a:ext uri="{FF2B5EF4-FFF2-40B4-BE49-F238E27FC236}">
                  <a16:creationId xmlns:a16="http://schemas.microsoft.com/office/drawing/2014/main" id="{82F5E131-9825-5926-8CA7-EC8F977133AE}"/>
                </a:ext>
              </a:extLst>
            </p:cNvPr>
            <p:cNvSpPr/>
            <p:nvPr/>
          </p:nvSpPr>
          <p:spPr>
            <a:xfrm>
              <a:off x="9903600" y="5382400"/>
              <a:ext cx="4064000" cy="4064000"/>
            </a:xfrm>
            <a:custGeom>
              <a:avLst/>
              <a:gdLst>
                <a:gd name="connsiteX0" fmla="*/ 2032000 w 4064000"/>
                <a:gd name="connsiteY0" fmla="*/ 4064000 h 4064000"/>
                <a:gd name="connsiteX1" fmla="*/ 0 w 4064000"/>
                <a:gd name="connsiteY1" fmla="*/ 2032000 h 4064000"/>
                <a:gd name="connsiteX2" fmla="*/ 2032000 w 4064000"/>
                <a:gd name="connsiteY2" fmla="*/ 0 h 4064000"/>
                <a:gd name="connsiteX3" fmla="*/ 4064000 w 4064000"/>
                <a:gd name="connsiteY3" fmla="*/ 2032000 h 4064000"/>
                <a:gd name="connsiteX4" fmla="*/ 2032000 w 4064000"/>
                <a:gd name="connsiteY4" fmla="*/ 4064000 h 4064000"/>
                <a:gd name="connsiteX5" fmla="*/ 2032000 w 4064000"/>
                <a:gd name="connsiteY5" fmla="*/ 203200 h 4064000"/>
                <a:gd name="connsiteX6" fmla="*/ 203200 w 4064000"/>
                <a:gd name="connsiteY6" fmla="*/ 2032000 h 4064000"/>
                <a:gd name="connsiteX7" fmla="*/ 2032000 w 4064000"/>
                <a:gd name="connsiteY7" fmla="*/ 3860800 h 4064000"/>
                <a:gd name="connsiteX8" fmla="*/ 3860800 w 4064000"/>
                <a:gd name="connsiteY8" fmla="*/ 2032000 h 4064000"/>
                <a:gd name="connsiteX9" fmla="*/ 2032000 w 4064000"/>
                <a:gd name="connsiteY9" fmla="*/ 2032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4000" h="4064000">
                  <a:moveTo>
                    <a:pt x="2032000" y="4064000"/>
                  </a:moveTo>
                  <a:cubicBezTo>
                    <a:pt x="914400" y="4064000"/>
                    <a:pt x="0" y="3149600"/>
                    <a:pt x="0" y="2032000"/>
                  </a:cubicBezTo>
                  <a:cubicBezTo>
                    <a:pt x="0" y="914400"/>
                    <a:pt x="914400" y="0"/>
                    <a:pt x="2032000" y="0"/>
                  </a:cubicBezTo>
                  <a:cubicBezTo>
                    <a:pt x="3149600" y="0"/>
                    <a:pt x="4064000" y="914400"/>
                    <a:pt x="4064000" y="2032000"/>
                  </a:cubicBezTo>
                  <a:cubicBezTo>
                    <a:pt x="4064000" y="3149600"/>
                    <a:pt x="3149600" y="4064000"/>
                    <a:pt x="2032000" y="4064000"/>
                  </a:cubicBezTo>
                  <a:close/>
                  <a:moveTo>
                    <a:pt x="2032000" y="203200"/>
                  </a:moveTo>
                  <a:cubicBezTo>
                    <a:pt x="1016000" y="203200"/>
                    <a:pt x="203200" y="1016000"/>
                    <a:pt x="203200" y="2032000"/>
                  </a:cubicBezTo>
                  <a:cubicBezTo>
                    <a:pt x="203200" y="3048000"/>
                    <a:pt x="1016000" y="3860800"/>
                    <a:pt x="2032000" y="3860800"/>
                  </a:cubicBezTo>
                  <a:cubicBezTo>
                    <a:pt x="3048000" y="3860800"/>
                    <a:pt x="3860800" y="3048000"/>
                    <a:pt x="3860800" y="2032000"/>
                  </a:cubicBezTo>
                  <a:cubicBezTo>
                    <a:pt x="3860800" y="1016000"/>
                    <a:pt x="3048000" y="203200"/>
                    <a:pt x="2032000" y="203200"/>
                  </a:cubicBezTo>
                  <a:close/>
                </a:path>
              </a:pathLst>
            </a:custGeom>
            <a:grpFill/>
            <a:ln w="203200" cap="flat">
              <a:noFill/>
              <a:prstDash val="solid"/>
              <a:miter/>
            </a:ln>
          </p:spPr>
          <p:txBody>
            <a:bodyPr rtlCol="0"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enorite" panose="00000500000000000000" pitchFamily="2" charset="0"/>
                <a:ea typeface="+mn-ea"/>
                <a:cs typeface="+mn-cs"/>
                <a:sym typeface="Tenorite Regular"/>
              </a:endParaRPr>
            </a:p>
          </p:txBody>
        </p:sp>
        <p:sp>
          <p:nvSpPr>
            <p:cNvPr id="21" name="Freeform 35">
              <a:extLst>
                <a:ext uri="{FF2B5EF4-FFF2-40B4-BE49-F238E27FC236}">
                  <a16:creationId xmlns:a16="http://schemas.microsoft.com/office/drawing/2014/main" id="{D67472DC-5F3F-95D2-ED39-C20047DC2D46}"/>
                </a:ext>
              </a:extLst>
            </p:cNvPr>
            <p:cNvSpPr/>
            <p:nvPr/>
          </p:nvSpPr>
          <p:spPr>
            <a:xfrm>
              <a:off x="10614800" y="6093600"/>
              <a:ext cx="2641600" cy="2641600"/>
            </a:xfrm>
            <a:custGeom>
              <a:avLst/>
              <a:gdLst>
                <a:gd name="connsiteX0" fmla="*/ 1320800 w 2641600"/>
                <a:gd name="connsiteY0" fmla="*/ 2641600 h 2641600"/>
                <a:gd name="connsiteX1" fmla="*/ 0 w 2641600"/>
                <a:gd name="connsiteY1" fmla="*/ 1320800 h 2641600"/>
                <a:gd name="connsiteX2" fmla="*/ 1320800 w 2641600"/>
                <a:gd name="connsiteY2" fmla="*/ 0 h 2641600"/>
                <a:gd name="connsiteX3" fmla="*/ 2641600 w 2641600"/>
                <a:gd name="connsiteY3" fmla="*/ 1320800 h 2641600"/>
                <a:gd name="connsiteX4" fmla="*/ 1320800 w 2641600"/>
                <a:gd name="connsiteY4" fmla="*/ 2641600 h 2641600"/>
                <a:gd name="connsiteX5" fmla="*/ 1320800 w 2641600"/>
                <a:gd name="connsiteY5" fmla="*/ 203200 h 2641600"/>
                <a:gd name="connsiteX6" fmla="*/ 203200 w 2641600"/>
                <a:gd name="connsiteY6" fmla="*/ 1320800 h 2641600"/>
                <a:gd name="connsiteX7" fmla="*/ 1320800 w 2641600"/>
                <a:gd name="connsiteY7" fmla="*/ 2438400 h 2641600"/>
                <a:gd name="connsiteX8" fmla="*/ 2438400 w 2641600"/>
                <a:gd name="connsiteY8" fmla="*/ 1320800 h 2641600"/>
                <a:gd name="connsiteX9" fmla="*/ 1320800 w 2641600"/>
                <a:gd name="connsiteY9" fmla="*/ 203200 h 264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1600" h="2641600">
                  <a:moveTo>
                    <a:pt x="1320800" y="2641600"/>
                  </a:moveTo>
                  <a:cubicBezTo>
                    <a:pt x="589280" y="2641600"/>
                    <a:pt x="0" y="2052320"/>
                    <a:pt x="0" y="1320800"/>
                  </a:cubicBezTo>
                  <a:cubicBezTo>
                    <a:pt x="0" y="589280"/>
                    <a:pt x="589280" y="0"/>
                    <a:pt x="1320800" y="0"/>
                  </a:cubicBezTo>
                  <a:cubicBezTo>
                    <a:pt x="2052320" y="0"/>
                    <a:pt x="2641600" y="589280"/>
                    <a:pt x="2641600" y="1320800"/>
                  </a:cubicBezTo>
                  <a:cubicBezTo>
                    <a:pt x="2641600" y="2052320"/>
                    <a:pt x="2052320" y="2641600"/>
                    <a:pt x="1320800" y="2641600"/>
                  </a:cubicBezTo>
                  <a:close/>
                  <a:moveTo>
                    <a:pt x="1320800" y="203200"/>
                  </a:moveTo>
                  <a:cubicBezTo>
                    <a:pt x="711200" y="203200"/>
                    <a:pt x="203200" y="711200"/>
                    <a:pt x="203200" y="1320800"/>
                  </a:cubicBezTo>
                  <a:cubicBezTo>
                    <a:pt x="203200" y="1930400"/>
                    <a:pt x="711200" y="2438400"/>
                    <a:pt x="1320800" y="2438400"/>
                  </a:cubicBezTo>
                  <a:cubicBezTo>
                    <a:pt x="1930400" y="2438400"/>
                    <a:pt x="2438400" y="1930400"/>
                    <a:pt x="2438400" y="1320800"/>
                  </a:cubicBezTo>
                  <a:cubicBezTo>
                    <a:pt x="2438400" y="711200"/>
                    <a:pt x="1930400" y="203200"/>
                    <a:pt x="1320800" y="203200"/>
                  </a:cubicBezTo>
                  <a:close/>
                </a:path>
              </a:pathLst>
            </a:custGeom>
            <a:grpFill/>
            <a:ln w="203200" cap="flat">
              <a:noFill/>
              <a:prstDash val="solid"/>
              <a:miter/>
            </a:ln>
          </p:spPr>
          <p:txBody>
            <a:bodyPr rtlCol="0"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enorite" panose="00000500000000000000" pitchFamily="2" charset="0"/>
                <a:ea typeface="+mn-ea"/>
                <a:cs typeface="+mn-cs"/>
                <a:sym typeface="Tenorite Regular"/>
              </a:endParaRPr>
            </a:p>
          </p:txBody>
        </p:sp>
        <p:sp>
          <p:nvSpPr>
            <p:cNvPr id="22" name="Freeform 36">
              <a:extLst>
                <a:ext uri="{FF2B5EF4-FFF2-40B4-BE49-F238E27FC236}">
                  <a16:creationId xmlns:a16="http://schemas.microsoft.com/office/drawing/2014/main" id="{7FAD6FB3-E1CB-5B90-B617-017300982AE6}"/>
                </a:ext>
              </a:extLst>
            </p:cNvPr>
            <p:cNvSpPr/>
            <p:nvPr/>
          </p:nvSpPr>
          <p:spPr>
            <a:xfrm>
              <a:off x="11326000" y="6804800"/>
              <a:ext cx="1219200" cy="1219200"/>
            </a:xfrm>
            <a:custGeom>
              <a:avLst/>
              <a:gdLst>
                <a:gd name="connsiteX0" fmla="*/ 609600 w 1219200"/>
                <a:gd name="connsiteY0" fmla="*/ 1219200 h 1219200"/>
                <a:gd name="connsiteX1" fmla="*/ 0 w 1219200"/>
                <a:gd name="connsiteY1" fmla="*/ 609600 h 1219200"/>
                <a:gd name="connsiteX2" fmla="*/ 609600 w 1219200"/>
                <a:gd name="connsiteY2" fmla="*/ 0 h 1219200"/>
                <a:gd name="connsiteX3" fmla="*/ 1219200 w 1219200"/>
                <a:gd name="connsiteY3" fmla="*/ 609600 h 1219200"/>
                <a:gd name="connsiteX4" fmla="*/ 609600 w 1219200"/>
                <a:gd name="connsiteY4" fmla="*/ 1219200 h 1219200"/>
                <a:gd name="connsiteX5" fmla="*/ 609600 w 1219200"/>
                <a:gd name="connsiteY5" fmla="*/ 203200 h 1219200"/>
                <a:gd name="connsiteX6" fmla="*/ 203200 w 1219200"/>
                <a:gd name="connsiteY6" fmla="*/ 609600 h 1219200"/>
                <a:gd name="connsiteX7" fmla="*/ 609600 w 1219200"/>
                <a:gd name="connsiteY7" fmla="*/ 1016000 h 1219200"/>
                <a:gd name="connsiteX8" fmla="*/ 1016000 w 1219200"/>
                <a:gd name="connsiteY8" fmla="*/ 609600 h 1219200"/>
                <a:gd name="connsiteX9" fmla="*/ 609600 w 1219200"/>
                <a:gd name="connsiteY9" fmla="*/ 203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 h="1219200">
                  <a:moveTo>
                    <a:pt x="609600" y="1219200"/>
                  </a:moveTo>
                  <a:cubicBezTo>
                    <a:pt x="264160" y="1219200"/>
                    <a:pt x="0" y="955040"/>
                    <a:pt x="0" y="609600"/>
                  </a:cubicBezTo>
                  <a:cubicBezTo>
                    <a:pt x="0" y="264160"/>
                    <a:pt x="264160" y="0"/>
                    <a:pt x="609600" y="0"/>
                  </a:cubicBezTo>
                  <a:cubicBezTo>
                    <a:pt x="955040" y="0"/>
                    <a:pt x="1219200" y="264160"/>
                    <a:pt x="1219200" y="609600"/>
                  </a:cubicBezTo>
                  <a:cubicBezTo>
                    <a:pt x="1219200" y="955040"/>
                    <a:pt x="955040" y="1219200"/>
                    <a:pt x="609600" y="1219200"/>
                  </a:cubicBezTo>
                  <a:close/>
                  <a:moveTo>
                    <a:pt x="609600" y="203200"/>
                  </a:moveTo>
                  <a:cubicBezTo>
                    <a:pt x="386080" y="203200"/>
                    <a:pt x="203200" y="386080"/>
                    <a:pt x="203200" y="609600"/>
                  </a:cubicBezTo>
                  <a:cubicBezTo>
                    <a:pt x="203200" y="833120"/>
                    <a:pt x="386080" y="1016000"/>
                    <a:pt x="609600" y="1016000"/>
                  </a:cubicBezTo>
                  <a:cubicBezTo>
                    <a:pt x="833120" y="1016000"/>
                    <a:pt x="1016000" y="833120"/>
                    <a:pt x="1016000" y="609600"/>
                  </a:cubicBezTo>
                  <a:cubicBezTo>
                    <a:pt x="1016000" y="386080"/>
                    <a:pt x="833120" y="203200"/>
                    <a:pt x="609600" y="203200"/>
                  </a:cubicBezTo>
                  <a:close/>
                </a:path>
              </a:pathLst>
            </a:custGeom>
            <a:grpFill/>
            <a:ln w="203200" cap="flat">
              <a:noFill/>
              <a:prstDash val="solid"/>
              <a:miter/>
            </a:ln>
          </p:spPr>
          <p:txBody>
            <a:bodyPr rtlCol="0"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enorite" panose="00000500000000000000" pitchFamily="2" charset="0"/>
                <a:ea typeface="+mn-ea"/>
                <a:cs typeface="+mn-cs"/>
                <a:sym typeface="Tenorite Regular"/>
              </a:endParaRPr>
            </a:p>
          </p:txBody>
        </p:sp>
        <p:sp>
          <p:nvSpPr>
            <p:cNvPr id="23" name="Freeform 37">
              <a:extLst>
                <a:ext uri="{FF2B5EF4-FFF2-40B4-BE49-F238E27FC236}">
                  <a16:creationId xmlns:a16="http://schemas.microsoft.com/office/drawing/2014/main" id="{81461C14-87B5-0898-A005-2EDB9391A5F0}"/>
                </a:ext>
              </a:extLst>
            </p:cNvPr>
            <p:cNvSpPr/>
            <p:nvPr/>
          </p:nvSpPr>
          <p:spPr>
            <a:xfrm>
              <a:off x="11823839" y="5798959"/>
              <a:ext cx="1727200" cy="1717040"/>
            </a:xfrm>
            <a:custGeom>
              <a:avLst/>
              <a:gdLst>
                <a:gd name="connsiteX0" fmla="*/ 111760 w 1727200"/>
                <a:gd name="connsiteY0" fmla="*/ 1717040 h 1717040"/>
                <a:gd name="connsiteX1" fmla="*/ 30480 w 1727200"/>
                <a:gd name="connsiteY1" fmla="*/ 1696720 h 1717040"/>
                <a:gd name="connsiteX2" fmla="*/ 30480 w 1727200"/>
                <a:gd name="connsiteY2" fmla="*/ 1554480 h 1717040"/>
                <a:gd name="connsiteX3" fmla="*/ 1554480 w 1727200"/>
                <a:gd name="connsiteY3" fmla="*/ 30480 h 1717040"/>
                <a:gd name="connsiteX4" fmla="*/ 1696720 w 1727200"/>
                <a:gd name="connsiteY4" fmla="*/ 30480 h 1717040"/>
                <a:gd name="connsiteX5" fmla="*/ 1696720 w 1727200"/>
                <a:gd name="connsiteY5" fmla="*/ 172720 h 1717040"/>
                <a:gd name="connsiteX6" fmla="*/ 172720 w 1727200"/>
                <a:gd name="connsiteY6" fmla="*/ 1696720 h 1717040"/>
                <a:gd name="connsiteX7" fmla="*/ 111760 w 1727200"/>
                <a:gd name="connsiteY7" fmla="*/ 1717040 h 1717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7200" h="1717040">
                  <a:moveTo>
                    <a:pt x="111760" y="1717040"/>
                  </a:moveTo>
                  <a:cubicBezTo>
                    <a:pt x="91440" y="1717040"/>
                    <a:pt x="50800" y="1717040"/>
                    <a:pt x="30480" y="1696720"/>
                  </a:cubicBezTo>
                  <a:cubicBezTo>
                    <a:pt x="-10160" y="1656080"/>
                    <a:pt x="-10160" y="1595120"/>
                    <a:pt x="30480" y="1554480"/>
                  </a:cubicBezTo>
                  <a:lnTo>
                    <a:pt x="1554480" y="30480"/>
                  </a:lnTo>
                  <a:cubicBezTo>
                    <a:pt x="1595120" y="-10160"/>
                    <a:pt x="1656080" y="-10160"/>
                    <a:pt x="1696720" y="30480"/>
                  </a:cubicBezTo>
                  <a:cubicBezTo>
                    <a:pt x="1737360" y="71120"/>
                    <a:pt x="1737360" y="132080"/>
                    <a:pt x="1696720" y="172720"/>
                  </a:cubicBezTo>
                  <a:lnTo>
                    <a:pt x="172720" y="1696720"/>
                  </a:lnTo>
                  <a:cubicBezTo>
                    <a:pt x="172720" y="1717040"/>
                    <a:pt x="132080" y="1717040"/>
                    <a:pt x="111760" y="1717040"/>
                  </a:cubicBezTo>
                  <a:close/>
                </a:path>
              </a:pathLst>
            </a:custGeom>
            <a:grpFill/>
            <a:ln w="203200" cap="flat">
              <a:noFill/>
              <a:prstDash val="solid"/>
              <a:miter/>
            </a:ln>
          </p:spPr>
          <p:txBody>
            <a:bodyPr rtlCol="0"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enorite" panose="00000500000000000000" pitchFamily="2" charset="0"/>
                <a:ea typeface="+mn-ea"/>
                <a:cs typeface="+mn-cs"/>
                <a:sym typeface="Tenorite Regular"/>
              </a:endParaRPr>
            </a:p>
          </p:txBody>
        </p:sp>
        <p:sp>
          <p:nvSpPr>
            <p:cNvPr id="24" name="Freeform 38">
              <a:extLst>
                <a:ext uri="{FF2B5EF4-FFF2-40B4-BE49-F238E27FC236}">
                  <a16:creationId xmlns:a16="http://schemas.microsoft.com/office/drawing/2014/main" id="{13570B2C-FF19-E24E-FC8C-0BC9EBE48BCA}"/>
                </a:ext>
              </a:extLst>
            </p:cNvPr>
            <p:cNvSpPr/>
            <p:nvPr/>
          </p:nvSpPr>
          <p:spPr>
            <a:xfrm>
              <a:off x="13358000" y="4569600"/>
              <a:ext cx="1422400" cy="1422400"/>
            </a:xfrm>
            <a:custGeom>
              <a:avLst/>
              <a:gdLst>
                <a:gd name="connsiteX0" fmla="*/ 609600 w 1422400"/>
                <a:gd name="connsiteY0" fmla="*/ 1422400 h 1422400"/>
                <a:gd name="connsiteX1" fmla="*/ 101600 w 1422400"/>
                <a:gd name="connsiteY1" fmla="*/ 1422400 h 1422400"/>
                <a:gd name="connsiteX2" fmla="*/ 0 w 1422400"/>
                <a:gd name="connsiteY2" fmla="*/ 1320800 h 1422400"/>
                <a:gd name="connsiteX3" fmla="*/ 0 w 1422400"/>
                <a:gd name="connsiteY3" fmla="*/ 812800 h 1422400"/>
                <a:gd name="connsiteX4" fmla="*/ 20320 w 1422400"/>
                <a:gd name="connsiteY4" fmla="*/ 731520 h 1422400"/>
                <a:gd name="connsiteX5" fmla="*/ 731520 w 1422400"/>
                <a:gd name="connsiteY5" fmla="*/ 20320 h 1422400"/>
                <a:gd name="connsiteX6" fmla="*/ 853440 w 1422400"/>
                <a:gd name="connsiteY6" fmla="*/ 0 h 1422400"/>
                <a:gd name="connsiteX7" fmla="*/ 914400 w 1422400"/>
                <a:gd name="connsiteY7" fmla="*/ 101600 h 1422400"/>
                <a:gd name="connsiteX8" fmla="*/ 914400 w 1422400"/>
                <a:gd name="connsiteY8" fmla="*/ 508000 h 1422400"/>
                <a:gd name="connsiteX9" fmla="*/ 1320800 w 1422400"/>
                <a:gd name="connsiteY9" fmla="*/ 508000 h 1422400"/>
                <a:gd name="connsiteX10" fmla="*/ 1422400 w 1422400"/>
                <a:gd name="connsiteY10" fmla="*/ 568960 h 1422400"/>
                <a:gd name="connsiteX11" fmla="*/ 1402080 w 1422400"/>
                <a:gd name="connsiteY11" fmla="*/ 690880 h 1422400"/>
                <a:gd name="connsiteX12" fmla="*/ 690880 w 1422400"/>
                <a:gd name="connsiteY12" fmla="*/ 1402080 h 1422400"/>
                <a:gd name="connsiteX13" fmla="*/ 609600 w 1422400"/>
                <a:gd name="connsiteY13" fmla="*/ 1422400 h 1422400"/>
                <a:gd name="connsiteX14" fmla="*/ 203200 w 1422400"/>
                <a:gd name="connsiteY14" fmla="*/ 1219200 h 1422400"/>
                <a:gd name="connsiteX15" fmla="*/ 568960 w 1422400"/>
                <a:gd name="connsiteY15" fmla="*/ 1219200 h 1422400"/>
                <a:gd name="connsiteX16" fmla="*/ 1076960 w 1422400"/>
                <a:gd name="connsiteY16" fmla="*/ 711200 h 1422400"/>
                <a:gd name="connsiteX17" fmla="*/ 812800 w 1422400"/>
                <a:gd name="connsiteY17" fmla="*/ 711200 h 1422400"/>
                <a:gd name="connsiteX18" fmla="*/ 711200 w 1422400"/>
                <a:gd name="connsiteY18" fmla="*/ 609600 h 1422400"/>
                <a:gd name="connsiteX19" fmla="*/ 711200 w 1422400"/>
                <a:gd name="connsiteY19" fmla="*/ 345440 h 1422400"/>
                <a:gd name="connsiteX20" fmla="*/ 203200 w 1422400"/>
                <a:gd name="connsiteY20" fmla="*/ 853440 h 142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22400" h="1422400">
                  <a:moveTo>
                    <a:pt x="609600" y="1422400"/>
                  </a:moveTo>
                  <a:lnTo>
                    <a:pt x="101600" y="1422400"/>
                  </a:lnTo>
                  <a:cubicBezTo>
                    <a:pt x="40640" y="1422400"/>
                    <a:pt x="0" y="1381760"/>
                    <a:pt x="0" y="1320800"/>
                  </a:cubicBezTo>
                  <a:lnTo>
                    <a:pt x="0" y="812800"/>
                  </a:lnTo>
                  <a:cubicBezTo>
                    <a:pt x="0" y="792480"/>
                    <a:pt x="20320" y="751840"/>
                    <a:pt x="20320" y="731520"/>
                  </a:cubicBezTo>
                  <a:lnTo>
                    <a:pt x="731520" y="20320"/>
                  </a:lnTo>
                  <a:cubicBezTo>
                    <a:pt x="772160" y="0"/>
                    <a:pt x="812800" y="0"/>
                    <a:pt x="853440" y="0"/>
                  </a:cubicBezTo>
                  <a:cubicBezTo>
                    <a:pt x="894080" y="20320"/>
                    <a:pt x="914400" y="60960"/>
                    <a:pt x="914400" y="101600"/>
                  </a:cubicBezTo>
                  <a:lnTo>
                    <a:pt x="914400" y="508000"/>
                  </a:lnTo>
                  <a:lnTo>
                    <a:pt x="1320800" y="508000"/>
                  </a:lnTo>
                  <a:cubicBezTo>
                    <a:pt x="1361440" y="508000"/>
                    <a:pt x="1402080" y="528320"/>
                    <a:pt x="1422400" y="568960"/>
                  </a:cubicBezTo>
                  <a:cubicBezTo>
                    <a:pt x="1422400" y="609600"/>
                    <a:pt x="1422400" y="650240"/>
                    <a:pt x="1402080" y="690880"/>
                  </a:cubicBezTo>
                  <a:lnTo>
                    <a:pt x="690880" y="1402080"/>
                  </a:lnTo>
                  <a:cubicBezTo>
                    <a:pt x="670560" y="1402080"/>
                    <a:pt x="629920" y="1422400"/>
                    <a:pt x="609600" y="1422400"/>
                  </a:cubicBezTo>
                  <a:close/>
                  <a:moveTo>
                    <a:pt x="203200" y="1219200"/>
                  </a:moveTo>
                  <a:lnTo>
                    <a:pt x="568960" y="1219200"/>
                  </a:lnTo>
                  <a:lnTo>
                    <a:pt x="1076960" y="711200"/>
                  </a:lnTo>
                  <a:lnTo>
                    <a:pt x="812800" y="711200"/>
                  </a:lnTo>
                  <a:cubicBezTo>
                    <a:pt x="751840" y="711200"/>
                    <a:pt x="711200" y="670560"/>
                    <a:pt x="711200" y="609600"/>
                  </a:cubicBezTo>
                  <a:lnTo>
                    <a:pt x="711200" y="345440"/>
                  </a:lnTo>
                  <a:lnTo>
                    <a:pt x="203200" y="853440"/>
                  </a:lnTo>
                  <a:close/>
                </a:path>
              </a:pathLst>
            </a:custGeom>
            <a:grpFill/>
            <a:ln w="203200" cap="flat">
              <a:noFill/>
              <a:prstDash val="solid"/>
              <a:miter/>
            </a:ln>
          </p:spPr>
          <p:txBody>
            <a:bodyPr rtlCol="0"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Tenorite" panose="00000500000000000000" pitchFamily="2" charset="0"/>
                <a:ea typeface="+mn-ea"/>
                <a:cs typeface="+mn-cs"/>
                <a:sym typeface="Tenorite Regular"/>
              </a:endParaRPr>
            </a:p>
          </p:txBody>
        </p:sp>
      </p:grpSp>
      <p:sp>
        <p:nvSpPr>
          <p:cNvPr id="25" name="TextBox 24">
            <a:extLst>
              <a:ext uri="{FF2B5EF4-FFF2-40B4-BE49-F238E27FC236}">
                <a16:creationId xmlns:a16="http://schemas.microsoft.com/office/drawing/2014/main" id="{2DCDFDD6-3651-37ED-62CD-21066D1EA77D}"/>
              </a:ext>
            </a:extLst>
          </p:cNvPr>
          <p:cNvSpPr txBox="1"/>
          <p:nvPr/>
        </p:nvSpPr>
        <p:spPr>
          <a:xfrm>
            <a:off x="7162062" y="555793"/>
            <a:ext cx="5168163" cy="215444"/>
          </a:xfrm>
          <a:prstGeom prst="rect">
            <a:avLst/>
          </a:prstGeom>
          <a:noFill/>
        </p:spPr>
        <p:txBody>
          <a:bodyPr wrap="square" lIns="0" tIns="0" rIns="0" bIns="0" rtlCol="0" anchor="b">
            <a:spAutoFit/>
          </a:bodyPr>
          <a:lstStyle/>
          <a:p>
            <a:pPr marL="0" marR="0" lvl="0" indent="0" algn="l" defTabSz="274308"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enorite" pitchFamily="2" charset="0"/>
                <a:ea typeface="+mn-ea"/>
                <a:cs typeface="+mn-cs"/>
                <a:sym typeface="Helvetica"/>
              </a:rPr>
              <a:t>Scope of work</a:t>
            </a:r>
          </a:p>
        </p:txBody>
      </p:sp>
      <p:sp>
        <p:nvSpPr>
          <p:cNvPr id="26" name="TextBox 25">
            <a:extLst>
              <a:ext uri="{FF2B5EF4-FFF2-40B4-BE49-F238E27FC236}">
                <a16:creationId xmlns:a16="http://schemas.microsoft.com/office/drawing/2014/main" id="{890176C3-7A38-14A5-4154-52EDFB1DA6BF}"/>
              </a:ext>
            </a:extLst>
          </p:cNvPr>
          <p:cNvSpPr txBox="1"/>
          <p:nvPr/>
        </p:nvSpPr>
        <p:spPr>
          <a:xfrm>
            <a:off x="6556800" y="1045852"/>
            <a:ext cx="5234708" cy="1015663"/>
          </a:xfrm>
          <a:prstGeom prst="rect">
            <a:avLst/>
          </a:prstGeom>
          <a:noFill/>
        </p:spPr>
        <p:txBody>
          <a:bodyPr wrap="square" lIns="0">
            <a:spAutoFit/>
          </a:bodyPr>
          <a:lstStyle/>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Application Services, Infrastructure, Security, Service Desk and EUC</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Digital transformation </a:t>
            </a: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to deliver business value and high-touch customer experience </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Need for Integration </a:t>
            </a: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of security tools in enterprise ecosystem</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Scale of security coverage: approx. </a:t>
            </a:r>
            <a:r>
              <a:rPr kumimoji="0" lang="en-US" sz="1000" b="1"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72,000 </a:t>
            </a: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endpoints,</a:t>
            </a:r>
            <a:r>
              <a:rPr kumimoji="0" lang="en-US" sz="1000" b="1"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 60,000 </a:t>
            </a: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mailboxes and users</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1075 Apps </a:t>
            </a: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across diverse tech stack of SAP, Analytics, JDE, Manhattan Adobe, Salesforce</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Improve </a:t>
            </a:r>
            <a:r>
              <a:rPr kumimoji="0" lang="en-US" sz="1000" b="1"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flexibility and speed</a:t>
            </a:r>
          </a:p>
        </p:txBody>
      </p:sp>
      <p:sp>
        <p:nvSpPr>
          <p:cNvPr id="27" name="TextBox 26">
            <a:extLst>
              <a:ext uri="{FF2B5EF4-FFF2-40B4-BE49-F238E27FC236}">
                <a16:creationId xmlns:a16="http://schemas.microsoft.com/office/drawing/2014/main" id="{FF493BBF-CAFC-66EE-0F94-28C5FBC0EF6E}"/>
              </a:ext>
            </a:extLst>
          </p:cNvPr>
          <p:cNvSpPr txBox="1"/>
          <p:nvPr/>
        </p:nvSpPr>
        <p:spPr>
          <a:xfrm>
            <a:off x="7162062" y="2313702"/>
            <a:ext cx="5168163" cy="215444"/>
          </a:xfrm>
          <a:prstGeom prst="rect">
            <a:avLst/>
          </a:prstGeom>
          <a:noFill/>
        </p:spPr>
        <p:txBody>
          <a:bodyPr wrap="square" lIns="0" tIns="0" rIns="0" bIns="0" rtlCol="0" anchor="b">
            <a:spAutoFit/>
          </a:bodyPr>
          <a:lstStyle/>
          <a:p>
            <a:pPr marL="0" marR="0" lvl="0" indent="0" algn="l" defTabSz="274308"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enorite" pitchFamily="2" charset="0"/>
                <a:ea typeface="+mn-ea"/>
                <a:cs typeface="+mn-cs"/>
                <a:sym typeface="Helvetica"/>
              </a:rPr>
              <a:t>Our solution</a:t>
            </a:r>
          </a:p>
        </p:txBody>
      </p:sp>
      <p:sp>
        <p:nvSpPr>
          <p:cNvPr id="29" name="TextBox 28">
            <a:extLst>
              <a:ext uri="{FF2B5EF4-FFF2-40B4-BE49-F238E27FC236}">
                <a16:creationId xmlns:a16="http://schemas.microsoft.com/office/drawing/2014/main" id="{4870D6B1-9DCF-49BB-551A-EE9D7BDE232F}"/>
              </a:ext>
            </a:extLst>
          </p:cNvPr>
          <p:cNvSpPr txBox="1"/>
          <p:nvPr/>
        </p:nvSpPr>
        <p:spPr>
          <a:xfrm>
            <a:off x="6556800" y="2854831"/>
            <a:ext cx="5277237" cy="1631216"/>
          </a:xfrm>
          <a:prstGeom prst="rect">
            <a:avLst/>
          </a:prstGeom>
          <a:noFill/>
        </p:spPr>
        <p:txBody>
          <a:bodyPr wrap="square" lIns="0">
            <a:spAutoFit/>
          </a:bodyPr>
          <a:lstStyle/>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Integrated model </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(Apps + Infra + Security) aligned by business value streams</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Tenorite" pitchFamily="2" charset="0"/>
                <a:ea typeface="+mn-ea"/>
                <a:cs typeface="+mn-cs"/>
                <a:sym typeface="Helvetica"/>
              </a:rPr>
              <a:t> </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Persistent PODs with </a:t>
            </a: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full-stack talent,</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 independently owning products &amp; platforms through build and run</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Infra security, SOC, securing the  cloud, OT/ IOT security, </a:t>
            </a: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access identify management </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and data security</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Persona based </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services, predictive experience monitoring, happiness index  and experience design</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Hybrid, multi-cloud management</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 application portfolio rationalization, legacy modernization</a:t>
            </a:r>
          </a:p>
          <a:p>
            <a:pPr marL="171450" marR="0" lvl="0" indent="-171450" algn="l" defTabSz="27430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Flexible commercial models</a:t>
            </a:r>
          </a:p>
        </p:txBody>
      </p:sp>
      <p:grpSp>
        <p:nvGrpSpPr>
          <p:cNvPr id="30" name="Group 29">
            <a:extLst>
              <a:ext uri="{FF2B5EF4-FFF2-40B4-BE49-F238E27FC236}">
                <a16:creationId xmlns:a16="http://schemas.microsoft.com/office/drawing/2014/main" id="{358A96B4-1AEF-C1D5-DB25-769D300145DC}"/>
              </a:ext>
            </a:extLst>
          </p:cNvPr>
          <p:cNvGrpSpPr/>
          <p:nvPr/>
        </p:nvGrpSpPr>
        <p:grpSpPr>
          <a:xfrm>
            <a:off x="6526968" y="4823293"/>
            <a:ext cx="452069" cy="450477"/>
            <a:chOff x="317966" y="2533218"/>
            <a:chExt cx="564641" cy="564359"/>
          </a:xfrm>
          <a:solidFill>
            <a:schemeClr val="tx1">
              <a:lumMod val="90000"/>
              <a:lumOff val="10000"/>
            </a:schemeClr>
          </a:solidFill>
        </p:grpSpPr>
        <p:sp>
          <p:nvSpPr>
            <p:cNvPr id="31" name="Freeform 102">
              <a:extLst>
                <a:ext uri="{FF2B5EF4-FFF2-40B4-BE49-F238E27FC236}">
                  <a16:creationId xmlns:a16="http://schemas.microsoft.com/office/drawing/2014/main" id="{2B64AFBD-B9E8-CEB2-7AC9-44B32F002DF7}"/>
                </a:ext>
              </a:extLst>
            </p:cNvPr>
            <p:cNvSpPr/>
            <p:nvPr/>
          </p:nvSpPr>
          <p:spPr>
            <a:xfrm>
              <a:off x="457415" y="2717014"/>
              <a:ext cx="286056" cy="213580"/>
            </a:xfrm>
            <a:custGeom>
              <a:avLst/>
              <a:gdLst>
                <a:gd name="connsiteX0" fmla="*/ 118661 w 286056"/>
                <a:gd name="connsiteY0" fmla="*/ 213581 h 213580"/>
                <a:gd name="connsiteX1" fmla="*/ 112944 w 286056"/>
                <a:gd name="connsiteY1" fmla="*/ 211210 h 213580"/>
                <a:gd name="connsiteX2" fmla="*/ 2367 w 286056"/>
                <a:gd name="connsiteY2" fmla="*/ 100633 h 213580"/>
                <a:gd name="connsiteX3" fmla="*/ 2367 w 286056"/>
                <a:gd name="connsiteY3" fmla="*/ 89199 h 213580"/>
                <a:gd name="connsiteX4" fmla="*/ 40923 w 286056"/>
                <a:gd name="connsiteY4" fmla="*/ 50713 h 213580"/>
                <a:gd name="connsiteX5" fmla="*/ 52287 w 286056"/>
                <a:gd name="connsiteY5" fmla="*/ 50713 h 213580"/>
                <a:gd name="connsiteX6" fmla="*/ 118661 w 286056"/>
                <a:gd name="connsiteY6" fmla="*/ 117087 h 213580"/>
                <a:gd name="connsiteX7" fmla="*/ 233352 w 286056"/>
                <a:gd name="connsiteY7" fmla="*/ 2396 h 213580"/>
                <a:gd name="connsiteX8" fmla="*/ 244691 w 286056"/>
                <a:gd name="connsiteY8" fmla="*/ 2301 h 213580"/>
                <a:gd name="connsiteX9" fmla="*/ 244786 w 286056"/>
                <a:gd name="connsiteY9" fmla="*/ 2396 h 213580"/>
                <a:gd name="connsiteX10" fmla="*/ 283551 w 286056"/>
                <a:gd name="connsiteY10" fmla="*/ 40882 h 213580"/>
                <a:gd name="connsiteX11" fmla="*/ 283860 w 286056"/>
                <a:gd name="connsiteY11" fmla="*/ 52217 h 213580"/>
                <a:gd name="connsiteX12" fmla="*/ 283551 w 286056"/>
                <a:gd name="connsiteY12" fmla="*/ 52526 h 213580"/>
                <a:gd name="connsiteX13" fmla="*/ 124379 w 286056"/>
                <a:gd name="connsiteY13" fmla="*/ 211210 h 213580"/>
                <a:gd name="connsiteX14" fmla="*/ 118661 w 286056"/>
                <a:gd name="connsiteY14" fmla="*/ 213581 h 213580"/>
                <a:gd name="connsiteX15" fmla="*/ 19519 w 286056"/>
                <a:gd name="connsiteY15" fmla="*/ 95055 h 213580"/>
                <a:gd name="connsiteX16" fmla="*/ 118661 w 286056"/>
                <a:gd name="connsiteY16" fmla="*/ 194059 h 213580"/>
                <a:gd name="connsiteX17" fmla="*/ 266121 w 286056"/>
                <a:gd name="connsiteY17" fmla="*/ 46599 h 213580"/>
                <a:gd name="connsiteX18" fmla="*/ 239069 w 286056"/>
                <a:gd name="connsiteY18" fmla="*/ 19478 h 213580"/>
                <a:gd name="connsiteX19" fmla="*/ 124379 w 286056"/>
                <a:gd name="connsiteY19" fmla="*/ 134169 h 213580"/>
                <a:gd name="connsiteX20" fmla="*/ 112944 w 286056"/>
                <a:gd name="connsiteY20" fmla="*/ 134169 h 213580"/>
                <a:gd name="connsiteX21" fmla="*/ 46500 w 286056"/>
                <a:gd name="connsiteY21" fmla="*/ 67864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6056" h="213580">
                  <a:moveTo>
                    <a:pt x="118661" y="213581"/>
                  </a:moveTo>
                  <a:cubicBezTo>
                    <a:pt x="116520" y="213565"/>
                    <a:pt x="114469" y="212714"/>
                    <a:pt x="112944" y="211210"/>
                  </a:cubicBezTo>
                  <a:lnTo>
                    <a:pt x="2367" y="100633"/>
                  </a:lnTo>
                  <a:cubicBezTo>
                    <a:pt x="-789" y="97475"/>
                    <a:pt x="-789" y="92357"/>
                    <a:pt x="2367" y="89199"/>
                  </a:cubicBezTo>
                  <a:lnTo>
                    <a:pt x="40923" y="50713"/>
                  </a:lnTo>
                  <a:cubicBezTo>
                    <a:pt x="44117" y="47711"/>
                    <a:pt x="49094" y="47711"/>
                    <a:pt x="52287" y="50713"/>
                  </a:cubicBezTo>
                  <a:lnTo>
                    <a:pt x="118661" y="117087"/>
                  </a:lnTo>
                  <a:lnTo>
                    <a:pt x="233352" y="2396"/>
                  </a:lnTo>
                  <a:cubicBezTo>
                    <a:pt x="236457" y="-761"/>
                    <a:pt x="241533" y="-804"/>
                    <a:pt x="244691" y="2301"/>
                  </a:cubicBezTo>
                  <a:cubicBezTo>
                    <a:pt x="244723" y="2332"/>
                    <a:pt x="244755" y="2364"/>
                    <a:pt x="244786" y="2396"/>
                  </a:cubicBezTo>
                  <a:lnTo>
                    <a:pt x="283551" y="40882"/>
                  </a:lnTo>
                  <a:cubicBezTo>
                    <a:pt x="286767" y="43927"/>
                    <a:pt x="286905" y="49002"/>
                    <a:pt x="283860" y="52217"/>
                  </a:cubicBezTo>
                  <a:cubicBezTo>
                    <a:pt x="283760" y="52323"/>
                    <a:pt x="283657" y="52426"/>
                    <a:pt x="283551" y="52526"/>
                  </a:cubicBezTo>
                  <a:lnTo>
                    <a:pt x="124379" y="211210"/>
                  </a:lnTo>
                  <a:cubicBezTo>
                    <a:pt x="122846" y="212702"/>
                    <a:pt x="120800" y="213550"/>
                    <a:pt x="118661" y="213581"/>
                  </a:cubicBezTo>
                  <a:close/>
                  <a:moveTo>
                    <a:pt x="19519" y="95055"/>
                  </a:moveTo>
                  <a:lnTo>
                    <a:pt x="118661" y="194059"/>
                  </a:lnTo>
                  <a:lnTo>
                    <a:pt x="266121" y="46599"/>
                  </a:lnTo>
                  <a:lnTo>
                    <a:pt x="239069" y="19478"/>
                  </a:lnTo>
                  <a:lnTo>
                    <a:pt x="124379" y="134169"/>
                  </a:lnTo>
                  <a:cubicBezTo>
                    <a:pt x="121190" y="137250"/>
                    <a:pt x="116133" y="137250"/>
                    <a:pt x="112944" y="134169"/>
                  </a:cubicBezTo>
                  <a:lnTo>
                    <a:pt x="46500" y="67864"/>
                  </a:lnTo>
                  <a:close/>
                </a:path>
              </a:pathLst>
            </a:custGeom>
            <a:grpFill/>
            <a:ln w="6953"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sp>
          <p:nvSpPr>
            <p:cNvPr id="32" name="Freeform 103">
              <a:extLst>
                <a:ext uri="{FF2B5EF4-FFF2-40B4-BE49-F238E27FC236}">
                  <a16:creationId xmlns:a16="http://schemas.microsoft.com/office/drawing/2014/main" id="{23C108DE-A0B5-3B4D-8494-C49E80A4462D}"/>
                </a:ext>
              </a:extLst>
            </p:cNvPr>
            <p:cNvSpPr/>
            <p:nvPr/>
          </p:nvSpPr>
          <p:spPr>
            <a:xfrm>
              <a:off x="317966" y="2533218"/>
              <a:ext cx="564641" cy="564359"/>
            </a:xfrm>
            <a:custGeom>
              <a:avLst/>
              <a:gdLst>
                <a:gd name="connsiteX0" fmla="*/ 282303 w 564641"/>
                <a:gd name="connsiteY0" fmla="*/ 564359 h 564359"/>
                <a:gd name="connsiteX1" fmla="*/ 247861 w 564641"/>
                <a:gd name="connsiteY1" fmla="*/ 550415 h 564359"/>
                <a:gd name="connsiteX2" fmla="*/ 212303 w 564641"/>
                <a:gd name="connsiteY2" fmla="*/ 543443 h 564359"/>
                <a:gd name="connsiteX3" fmla="*/ 148648 w 564641"/>
                <a:gd name="connsiteY3" fmla="*/ 517297 h 564359"/>
                <a:gd name="connsiteX4" fmla="*/ 148230 w 564641"/>
                <a:gd name="connsiteY4" fmla="*/ 516252 h 564359"/>
                <a:gd name="connsiteX5" fmla="*/ 118180 w 564641"/>
                <a:gd name="connsiteY5" fmla="*/ 496242 h 564359"/>
                <a:gd name="connsiteX6" fmla="*/ 117065 w 564641"/>
                <a:gd name="connsiteY6" fmla="*/ 496242 h 564359"/>
                <a:gd name="connsiteX7" fmla="*/ 68260 w 564641"/>
                <a:gd name="connsiteY7" fmla="*/ 447437 h 564359"/>
                <a:gd name="connsiteX8" fmla="*/ 48041 w 564641"/>
                <a:gd name="connsiteY8" fmla="*/ 417387 h 564359"/>
                <a:gd name="connsiteX9" fmla="*/ 21547 w 564641"/>
                <a:gd name="connsiteY9" fmla="*/ 353872 h 564359"/>
                <a:gd name="connsiteX10" fmla="*/ 21966 w 564641"/>
                <a:gd name="connsiteY10" fmla="*/ 352826 h 564359"/>
                <a:gd name="connsiteX11" fmla="*/ 14994 w 564641"/>
                <a:gd name="connsiteY11" fmla="*/ 317478 h 564359"/>
                <a:gd name="connsiteX12" fmla="*/ 14227 w 564641"/>
                <a:gd name="connsiteY12" fmla="*/ 316711 h 564359"/>
                <a:gd name="connsiteX13" fmla="*/ 14227 w 564641"/>
                <a:gd name="connsiteY13" fmla="*/ 247826 h 564359"/>
                <a:gd name="connsiteX14" fmla="*/ 21199 w 564641"/>
                <a:gd name="connsiteY14" fmla="*/ 212269 h 564359"/>
                <a:gd name="connsiteX15" fmla="*/ 47344 w 564641"/>
                <a:gd name="connsiteY15" fmla="*/ 148614 h 564359"/>
                <a:gd name="connsiteX16" fmla="*/ 48390 w 564641"/>
                <a:gd name="connsiteY16" fmla="*/ 148195 h 564359"/>
                <a:gd name="connsiteX17" fmla="*/ 68400 w 564641"/>
                <a:gd name="connsiteY17" fmla="*/ 117797 h 564359"/>
                <a:gd name="connsiteX18" fmla="*/ 68400 w 564641"/>
                <a:gd name="connsiteY18" fmla="*/ 116682 h 564359"/>
                <a:gd name="connsiteX19" fmla="*/ 117204 w 564641"/>
                <a:gd name="connsiteY19" fmla="*/ 67877 h 564359"/>
                <a:gd name="connsiteX20" fmla="*/ 147115 w 564641"/>
                <a:gd name="connsiteY20" fmla="*/ 48076 h 564359"/>
                <a:gd name="connsiteX21" fmla="*/ 210630 w 564641"/>
                <a:gd name="connsiteY21" fmla="*/ 21513 h 564359"/>
                <a:gd name="connsiteX22" fmla="*/ 211676 w 564641"/>
                <a:gd name="connsiteY22" fmla="*/ 21931 h 564359"/>
                <a:gd name="connsiteX23" fmla="*/ 247024 w 564641"/>
                <a:gd name="connsiteY23" fmla="*/ 14959 h 564359"/>
                <a:gd name="connsiteX24" fmla="*/ 247861 w 564641"/>
                <a:gd name="connsiteY24" fmla="*/ 14192 h 564359"/>
                <a:gd name="connsiteX25" fmla="*/ 316676 w 564641"/>
                <a:gd name="connsiteY25" fmla="*/ 14192 h 564359"/>
                <a:gd name="connsiteX26" fmla="*/ 352233 w 564641"/>
                <a:gd name="connsiteY26" fmla="*/ 21164 h 564359"/>
                <a:gd name="connsiteX27" fmla="*/ 416028 w 564641"/>
                <a:gd name="connsiteY27" fmla="*/ 47100 h 564359"/>
                <a:gd name="connsiteX28" fmla="*/ 416516 w 564641"/>
                <a:gd name="connsiteY28" fmla="*/ 48146 h 564359"/>
                <a:gd name="connsiteX29" fmla="*/ 446496 w 564641"/>
                <a:gd name="connsiteY29" fmla="*/ 68156 h 564359"/>
                <a:gd name="connsiteX30" fmla="*/ 447611 w 564641"/>
                <a:gd name="connsiteY30" fmla="*/ 68156 h 564359"/>
                <a:gd name="connsiteX31" fmla="*/ 496416 w 564641"/>
                <a:gd name="connsiteY31" fmla="*/ 116960 h 564359"/>
                <a:gd name="connsiteX32" fmla="*/ 516635 w 564641"/>
                <a:gd name="connsiteY32" fmla="*/ 147080 h 564359"/>
                <a:gd name="connsiteX33" fmla="*/ 543129 w 564641"/>
                <a:gd name="connsiteY33" fmla="*/ 210526 h 564359"/>
                <a:gd name="connsiteX34" fmla="*/ 542710 w 564641"/>
                <a:gd name="connsiteY34" fmla="*/ 211641 h 564359"/>
                <a:gd name="connsiteX35" fmla="*/ 549682 w 564641"/>
                <a:gd name="connsiteY35" fmla="*/ 246990 h 564359"/>
                <a:gd name="connsiteX36" fmla="*/ 550449 w 564641"/>
                <a:gd name="connsiteY36" fmla="*/ 247757 h 564359"/>
                <a:gd name="connsiteX37" fmla="*/ 550449 w 564641"/>
                <a:gd name="connsiteY37" fmla="*/ 316571 h 564359"/>
                <a:gd name="connsiteX38" fmla="*/ 550449 w 564641"/>
                <a:gd name="connsiteY38" fmla="*/ 316571 h 564359"/>
                <a:gd name="connsiteX39" fmla="*/ 543477 w 564641"/>
                <a:gd name="connsiteY39" fmla="*/ 352129 h 564359"/>
                <a:gd name="connsiteX40" fmla="*/ 517332 w 564641"/>
                <a:gd name="connsiteY40" fmla="*/ 415784 h 564359"/>
                <a:gd name="connsiteX41" fmla="*/ 516286 w 564641"/>
                <a:gd name="connsiteY41" fmla="*/ 416272 h 564359"/>
                <a:gd name="connsiteX42" fmla="*/ 496276 w 564641"/>
                <a:gd name="connsiteY42" fmla="*/ 446252 h 564359"/>
                <a:gd name="connsiteX43" fmla="*/ 496276 w 564641"/>
                <a:gd name="connsiteY43" fmla="*/ 447367 h 564359"/>
                <a:gd name="connsiteX44" fmla="*/ 447472 w 564641"/>
                <a:gd name="connsiteY44" fmla="*/ 496172 h 564359"/>
                <a:gd name="connsiteX45" fmla="*/ 417422 w 564641"/>
                <a:gd name="connsiteY45" fmla="*/ 516391 h 564359"/>
                <a:gd name="connsiteX46" fmla="*/ 353906 w 564641"/>
                <a:gd name="connsiteY46" fmla="*/ 542955 h 564359"/>
                <a:gd name="connsiteX47" fmla="*/ 352861 w 564641"/>
                <a:gd name="connsiteY47" fmla="*/ 542467 h 564359"/>
                <a:gd name="connsiteX48" fmla="*/ 317512 w 564641"/>
                <a:gd name="connsiteY48" fmla="*/ 549439 h 564359"/>
                <a:gd name="connsiteX49" fmla="*/ 316676 w 564641"/>
                <a:gd name="connsiteY49" fmla="*/ 550275 h 564359"/>
                <a:gd name="connsiteX50" fmla="*/ 282303 w 564641"/>
                <a:gd name="connsiteY50" fmla="*/ 564359 h 564359"/>
                <a:gd name="connsiteX51" fmla="*/ 224923 w 564641"/>
                <a:gd name="connsiteY51" fmla="*/ 524409 h 564359"/>
                <a:gd name="connsiteX52" fmla="*/ 259295 w 564641"/>
                <a:gd name="connsiteY52" fmla="*/ 538702 h 564359"/>
                <a:gd name="connsiteX53" fmla="*/ 305311 w 564641"/>
                <a:gd name="connsiteY53" fmla="*/ 538702 h 564359"/>
                <a:gd name="connsiteX54" fmla="*/ 306078 w 564641"/>
                <a:gd name="connsiteY54" fmla="*/ 537865 h 564359"/>
                <a:gd name="connsiteX55" fmla="*/ 358996 w 564641"/>
                <a:gd name="connsiteY55" fmla="*/ 527267 h 564359"/>
                <a:gd name="connsiteX56" fmla="*/ 360042 w 564641"/>
                <a:gd name="connsiteY56" fmla="*/ 527686 h 564359"/>
                <a:gd name="connsiteX57" fmla="*/ 384932 w 564641"/>
                <a:gd name="connsiteY57" fmla="*/ 527686 h 564359"/>
                <a:gd name="connsiteX58" fmla="*/ 402502 w 564641"/>
                <a:gd name="connsiteY58" fmla="*/ 510046 h 564359"/>
                <a:gd name="connsiteX59" fmla="*/ 447472 w 564641"/>
                <a:gd name="connsiteY59" fmla="*/ 479857 h 564359"/>
                <a:gd name="connsiteX60" fmla="*/ 480031 w 564641"/>
                <a:gd name="connsiteY60" fmla="*/ 447298 h 564359"/>
                <a:gd name="connsiteX61" fmla="*/ 480031 w 564641"/>
                <a:gd name="connsiteY61" fmla="*/ 446182 h 564359"/>
                <a:gd name="connsiteX62" fmla="*/ 509942 w 564641"/>
                <a:gd name="connsiteY62" fmla="*/ 401282 h 564359"/>
                <a:gd name="connsiteX63" fmla="*/ 510987 w 564641"/>
                <a:gd name="connsiteY63" fmla="*/ 400864 h 564359"/>
                <a:gd name="connsiteX64" fmla="*/ 528418 w 564641"/>
                <a:gd name="connsiteY64" fmla="*/ 358264 h 564359"/>
                <a:gd name="connsiteX65" fmla="*/ 538945 w 564641"/>
                <a:gd name="connsiteY65" fmla="*/ 305137 h 564359"/>
                <a:gd name="connsiteX66" fmla="*/ 538945 w 564641"/>
                <a:gd name="connsiteY66" fmla="*/ 259121 h 564359"/>
                <a:gd name="connsiteX67" fmla="*/ 538109 w 564641"/>
                <a:gd name="connsiteY67" fmla="*/ 258285 h 564359"/>
                <a:gd name="connsiteX68" fmla="*/ 527581 w 564641"/>
                <a:gd name="connsiteY68" fmla="*/ 205366 h 564359"/>
                <a:gd name="connsiteX69" fmla="*/ 527999 w 564641"/>
                <a:gd name="connsiteY69" fmla="*/ 204321 h 564359"/>
                <a:gd name="connsiteX70" fmla="*/ 510366 w 564641"/>
                <a:gd name="connsiteY70" fmla="*/ 161891 h 564359"/>
                <a:gd name="connsiteX71" fmla="*/ 510290 w 564641"/>
                <a:gd name="connsiteY71" fmla="*/ 161861 h 564359"/>
                <a:gd name="connsiteX72" fmla="*/ 480101 w 564641"/>
                <a:gd name="connsiteY72" fmla="*/ 116821 h 564359"/>
                <a:gd name="connsiteX73" fmla="*/ 447541 w 564641"/>
                <a:gd name="connsiteY73" fmla="*/ 84261 h 564359"/>
                <a:gd name="connsiteX74" fmla="*/ 446426 w 564641"/>
                <a:gd name="connsiteY74" fmla="*/ 84261 h 564359"/>
                <a:gd name="connsiteX75" fmla="*/ 401526 w 564641"/>
                <a:gd name="connsiteY75" fmla="*/ 54421 h 564359"/>
                <a:gd name="connsiteX76" fmla="*/ 401107 w 564641"/>
                <a:gd name="connsiteY76" fmla="*/ 53375 h 564359"/>
                <a:gd name="connsiteX77" fmla="*/ 358508 w 564641"/>
                <a:gd name="connsiteY77" fmla="*/ 35875 h 564359"/>
                <a:gd name="connsiteX78" fmla="*/ 305381 w 564641"/>
                <a:gd name="connsiteY78" fmla="*/ 25417 h 564359"/>
                <a:gd name="connsiteX79" fmla="*/ 259365 w 564641"/>
                <a:gd name="connsiteY79" fmla="*/ 25417 h 564359"/>
                <a:gd name="connsiteX80" fmla="*/ 258528 w 564641"/>
                <a:gd name="connsiteY80" fmla="*/ 26184 h 564359"/>
                <a:gd name="connsiteX81" fmla="*/ 205680 w 564641"/>
                <a:gd name="connsiteY81" fmla="*/ 36782 h 564359"/>
                <a:gd name="connsiteX82" fmla="*/ 204564 w 564641"/>
                <a:gd name="connsiteY82" fmla="*/ 36363 h 564359"/>
                <a:gd name="connsiteX83" fmla="*/ 162174 w 564641"/>
                <a:gd name="connsiteY83" fmla="*/ 54072 h 564359"/>
                <a:gd name="connsiteX84" fmla="*/ 117135 w 564641"/>
                <a:gd name="connsiteY84" fmla="*/ 84261 h 564359"/>
                <a:gd name="connsiteX85" fmla="*/ 84575 w 564641"/>
                <a:gd name="connsiteY85" fmla="*/ 116821 h 564359"/>
                <a:gd name="connsiteX86" fmla="*/ 84575 w 564641"/>
                <a:gd name="connsiteY86" fmla="*/ 117797 h 564359"/>
                <a:gd name="connsiteX87" fmla="*/ 54665 w 564641"/>
                <a:gd name="connsiteY87" fmla="*/ 162697 h 564359"/>
                <a:gd name="connsiteX88" fmla="*/ 53689 w 564641"/>
                <a:gd name="connsiteY88" fmla="*/ 163185 h 564359"/>
                <a:gd name="connsiteX89" fmla="*/ 36189 w 564641"/>
                <a:gd name="connsiteY89" fmla="*/ 205715 h 564359"/>
                <a:gd name="connsiteX90" fmla="*/ 25591 w 564641"/>
                <a:gd name="connsiteY90" fmla="*/ 259051 h 564359"/>
                <a:gd name="connsiteX91" fmla="*/ 25591 w 564641"/>
                <a:gd name="connsiteY91" fmla="*/ 305067 h 564359"/>
                <a:gd name="connsiteX92" fmla="*/ 26428 w 564641"/>
                <a:gd name="connsiteY92" fmla="*/ 305834 h 564359"/>
                <a:gd name="connsiteX93" fmla="*/ 37025 w 564641"/>
                <a:gd name="connsiteY93" fmla="*/ 358752 h 564359"/>
                <a:gd name="connsiteX94" fmla="*/ 36607 w 564641"/>
                <a:gd name="connsiteY94" fmla="*/ 359798 h 564359"/>
                <a:gd name="connsiteX95" fmla="*/ 54316 w 564641"/>
                <a:gd name="connsiteY95" fmla="*/ 402258 h 564359"/>
                <a:gd name="connsiteX96" fmla="*/ 84505 w 564641"/>
                <a:gd name="connsiteY96" fmla="*/ 447228 h 564359"/>
                <a:gd name="connsiteX97" fmla="*/ 117065 w 564641"/>
                <a:gd name="connsiteY97" fmla="*/ 479788 h 564359"/>
                <a:gd name="connsiteX98" fmla="*/ 118180 w 564641"/>
                <a:gd name="connsiteY98" fmla="*/ 479788 h 564359"/>
                <a:gd name="connsiteX99" fmla="*/ 163081 w 564641"/>
                <a:gd name="connsiteY99" fmla="*/ 509698 h 564359"/>
                <a:gd name="connsiteX100" fmla="*/ 163569 w 564641"/>
                <a:gd name="connsiteY100" fmla="*/ 510744 h 564359"/>
                <a:gd name="connsiteX101" fmla="*/ 206098 w 564641"/>
                <a:gd name="connsiteY101" fmla="*/ 528174 h 564359"/>
                <a:gd name="connsiteX102" fmla="*/ 224923 w 564641"/>
                <a:gd name="connsiteY102" fmla="*/ 524409 h 564359"/>
                <a:gd name="connsiteX103" fmla="*/ 544663 w 564641"/>
                <a:gd name="connsiteY103" fmla="*/ 310715 h 564359"/>
                <a:gd name="connsiteX104" fmla="*/ 544663 w 564641"/>
                <a:gd name="connsiteY104" fmla="*/ 310715 h 56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64641" h="564359">
                  <a:moveTo>
                    <a:pt x="282303" y="564359"/>
                  </a:moveTo>
                  <a:cubicBezTo>
                    <a:pt x="269433" y="564434"/>
                    <a:pt x="257054" y="559423"/>
                    <a:pt x="247861" y="550415"/>
                  </a:cubicBezTo>
                  <a:cubicBezTo>
                    <a:pt x="238544" y="541048"/>
                    <a:pt x="224468" y="538288"/>
                    <a:pt x="212303" y="543443"/>
                  </a:cubicBezTo>
                  <a:cubicBezTo>
                    <a:pt x="187506" y="553715"/>
                    <a:pt x="159067" y="542034"/>
                    <a:pt x="148648" y="517297"/>
                  </a:cubicBezTo>
                  <a:lnTo>
                    <a:pt x="148230" y="516252"/>
                  </a:lnTo>
                  <a:cubicBezTo>
                    <a:pt x="143167" y="504131"/>
                    <a:pt x="131317" y="496240"/>
                    <a:pt x="118180" y="496242"/>
                  </a:cubicBezTo>
                  <a:lnTo>
                    <a:pt x="117065" y="496242"/>
                  </a:lnTo>
                  <a:cubicBezTo>
                    <a:pt x="90111" y="496242"/>
                    <a:pt x="68260" y="474391"/>
                    <a:pt x="68260" y="447437"/>
                  </a:cubicBezTo>
                  <a:cubicBezTo>
                    <a:pt x="68285" y="434233"/>
                    <a:pt x="60282" y="422339"/>
                    <a:pt x="48041" y="417387"/>
                  </a:cubicBezTo>
                  <a:cubicBezTo>
                    <a:pt x="23245" y="407104"/>
                    <a:pt x="11408" y="378727"/>
                    <a:pt x="21547" y="353872"/>
                  </a:cubicBezTo>
                  <a:lnTo>
                    <a:pt x="21966" y="352826"/>
                  </a:lnTo>
                  <a:cubicBezTo>
                    <a:pt x="27045" y="340722"/>
                    <a:pt x="24289" y="326747"/>
                    <a:pt x="14994" y="317478"/>
                  </a:cubicBezTo>
                  <a:lnTo>
                    <a:pt x="14227" y="316711"/>
                  </a:lnTo>
                  <a:cubicBezTo>
                    <a:pt x="-4742" y="297667"/>
                    <a:pt x="-4742" y="266870"/>
                    <a:pt x="14227" y="247826"/>
                  </a:cubicBezTo>
                  <a:cubicBezTo>
                    <a:pt x="23593" y="238510"/>
                    <a:pt x="26353" y="224433"/>
                    <a:pt x="21199" y="212269"/>
                  </a:cubicBezTo>
                  <a:cubicBezTo>
                    <a:pt x="10927" y="187471"/>
                    <a:pt x="22607" y="159032"/>
                    <a:pt x="47344" y="148614"/>
                  </a:cubicBezTo>
                  <a:lnTo>
                    <a:pt x="48390" y="148195"/>
                  </a:lnTo>
                  <a:cubicBezTo>
                    <a:pt x="60629" y="143084"/>
                    <a:pt x="68544" y="131059"/>
                    <a:pt x="68400" y="117797"/>
                  </a:cubicBezTo>
                  <a:lnTo>
                    <a:pt x="68400" y="116682"/>
                  </a:lnTo>
                  <a:cubicBezTo>
                    <a:pt x="68400" y="89728"/>
                    <a:pt x="90250" y="67877"/>
                    <a:pt x="117204" y="67877"/>
                  </a:cubicBezTo>
                  <a:cubicBezTo>
                    <a:pt x="130250" y="67896"/>
                    <a:pt x="142037" y="60093"/>
                    <a:pt x="147115" y="48076"/>
                  </a:cubicBezTo>
                  <a:cubicBezTo>
                    <a:pt x="157370" y="23253"/>
                    <a:pt x="185756" y="11382"/>
                    <a:pt x="210630" y="21513"/>
                  </a:cubicBezTo>
                  <a:lnTo>
                    <a:pt x="211676" y="21931"/>
                  </a:lnTo>
                  <a:cubicBezTo>
                    <a:pt x="223780" y="27010"/>
                    <a:pt x="237755" y="24254"/>
                    <a:pt x="247024" y="14959"/>
                  </a:cubicBezTo>
                  <a:lnTo>
                    <a:pt x="247861" y="14192"/>
                  </a:lnTo>
                  <a:cubicBezTo>
                    <a:pt x="266897" y="-4731"/>
                    <a:pt x="297640" y="-4731"/>
                    <a:pt x="316676" y="14192"/>
                  </a:cubicBezTo>
                  <a:cubicBezTo>
                    <a:pt x="326002" y="23541"/>
                    <a:pt x="340067" y="26298"/>
                    <a:pt x="352233" y="21164"/>
                  </a:cubicBezTo>
                  <a:cubicBezTo>
                    <a:pt x="377012" y="10775"/>
                    <a:pt x="405528" y="22368"/>
                    <a:pt x="416028" y="47100"/>
                  </a:cubicBezTo>
                  <a:lnTo>
                    <a:pt x="416516" y="48146"/>
                  </a:lnTo>
                  <a:cubicBezTo>
                    <a:pt x="421524" y="60281"/>
                    <a:pt x="433368" y="68187"/>
                    <a:pt x="446496" y="68156"/>
                  </a:cubicBezTo>
                  <a:lnTo>
                    <a:pt x="447611" y="68156"/>
                  </a:lnTo>
                  <a:cubicBezTo>
                    <a:pt x="474565" y="68156"/>
                    <a:pt x="496416" y="90006"/>
                    <a:pt x="496416" y="116960"/>
                  </a:cubicBezTo>
                  <a:cubicBezTo>
                    <a:pt x="496420" y="130173"/>
                    <a:pt x="504409" y="142073"/>
                    <a:pt x="516635" y="147080"/>
                  </a:cubicBezTo>
                  <a:cubicBezTo>
                    <a:pt x="541393" y="157362"/>
                    <a:pt x="553221" y="185690"/>
                    <a:pt x="543129" y="210526"/>
                  </a:cubicBezTo>
                  <a:lnTo>
                    <a:pt x="542710" y="211641"/>
                  </a:lnTo>
                  <a:cubicBezTo>
                    <a:pt x="537729" y="223755"/>
                    <a:pt x="540474" y="237674"/>
                    <a:pt x="549682" y="246990"/>
                  </a:cubicBezTo>
                  <a:lnTo>
                    <a:pt x="550449" y="247757"/>
                  </a:lnTo>
                  <a:cubicBezTo>
                    <a:pt x="569372" y="266793"/>
                    <a:pt x="569372" y="297535"/>
                    <a:pt x="550449" y="316571"/>
                  </a:cubicBezTo>
                  <a:lnTo>
                    <a:pt x="550449" y="316571"/>
                  </a:lnTo>
                  <a:cubicBezTo>
                    <a:pt x="541135" y="325917"/>
                    <a:pt x="538382" y="339958"/>
                    <a:pt x="543477" y="352129"/>
                  </a:cubicBezTo>
                  <a:cubicBezTo>
                    <a:pt x="553749" y="376926"/>
                    <a:pt x="542068" y="405365"/>
                    <a:pt x="517332" y="415784"/>
                  </a:cubicBezTo>
                  <a:lnTo>
                    <a:pt x="516286" y="416272"/>
                  </a:lnTo>
                  <a:cubicBezTo>
                    <a:pt x="504151" y="421280"/>
                    <a:pt x="496246" y="433124"/>
                    <a:pt x="496276" y="446252"/>
                  </a:cubicBezTo>
                  <a:lnTo>
                    <a:pt x="496276" y="447367"/>
                  </a:lnTo>
                  <a:cubicBezTo>
                    <a:pt x="496276" y="474321"/>
                    <a:pt x="474426" y="496172"/>
                    <a:pt x="447472" y="496172"/>
                  </a:cubicBezTo>
                  <a:cubicBezTo>
                    <a:pt x="434267" y="496148"/>
                    <a:pt x="422374" y="504150"/>
                    <a:pt x="417422" y="516391"/>
                  </a:cubicBezTo>
                  <a:cubicBezTo>
                    <a:pt x="407166" y="541214"/>
                    <a:pt x="378781" y="553086"/>
                    <a:pt x="353906" y="542955"/>
                  </a:cubicBezTo>
                  <a:lnTo>
                    <a:pt x="352861" y="542467"/>
                  </a:lnTo>
                  <a:cubicBezTo>
                    <a:pt x="340748" y="537466"/>
                    <a:pt x="326819" y="540213"/>
                    <a:pt x="317512" y="549439"/>
                  </a:cubicBezTo>
                  <a:lnTo>
                    <a:pt x="316676" y="550275"/>
                  </a:lnTo>
                  <a:cubicBezTo>
                    <a:pt x="307523" y="559317"/>
                    <a:pt x="295169" y="564378"/>
                    <a:pt x="282303" y="564359"/>
                  </a:cubicBezTo>
                  <a:close/>
                  <a:moveTo>
                    <a:pt x="224923" y="524409"/>
                  </a:moveTo>
                  <a:cubicBezTo>
                    <a:pt x="237819" y="524445"/>
                    <a:pt x="250176" y="529584"/>
                    <a:pt x="259295" y="538702"/>
                  </a:cubicBezTo>
                  <a:cubicBezTo>
                    <a:pt x="272007" y="551396"/>
                    <a:pt x="292600" y="551396"/>
                    <a:pt x="305311" y="538702"/>
                  </a:cubicBezTo>
                  <a:lnTo>
                    <a:pt x="306078" y="537865"/>
                  </a:lnTo>
                  <a:cubicBezTo>
                    <a:pt x="319982" y="524014"/>
                    <a:pt x="340830" y="519839"/>
                    <a:pt x="358996" y="527267"/>
                  </a:cubicBezTo>
                  <a:lnTo>
                    <a:pt x="360042" y="527686"/>
                  </a:lnTo>
                  <a:cubicBezTo>
                    <a:pt x="368002" y="531029"/>
                    <a:pt x="376972" y="531029"/>
                    <a:pt x="384932" y="527686"/>
                  </a:cubicBezTo>
                  <a:cubicBezTo>
                    <a:pt x="392898" y="524372"/>
                    <a:pt x="399220" y="518026"/>
                    <a:pt x="402502" y="510046"/>
                  </a:cubicBezTo>
                  <a:cubicBezTo>
                    <a:pt x="410020" y="491826"/>
                    <a:pt x="427761" y="479916"/>
                    <a:pt x="447472" y="479857"/>
                  </a:cubicBezTo>
                  <a:cubicBezTo>
                    <a:pt x="465454" y="479857"/>
                    <a:pt x="480031" y="465280"/>
                    <a:pt x="480031" y="447298"/>
                  </a:cubicBezTo>
                  <a:lnTo>
                    <a:pt x="480031" y="446182"/>
                  </a:lnTo>
                  <a:cubicBezTo>
                    <a:pt x="480071" y="426564"/>
                    <a:pt x="491853" y="408877"/>
                    <a:pt x="509942" y="401282"/>
                  </a:cubicBezTo>
                  <a:lnTo>
                    <a:pt x="510987" y="400864"/>
                  </a:lnTo>
                  <a:cubicBezTo>
                    <a:pt x="527529" y="393878"/>
                    <a:pt x="535319" y="374841"/>
                    <a:pt x="528418" y="358264"/>
                  </a:cubicBezTo>
                  <a:cubicBezTo>
                    <a:pt x="520877" y="340054"/>
                    <a:pt x="525031" y="319096"/>
                    <a:pt x="538945" y="305137"/>
                  </a:cubicBezTo>
                  <a:cubicBezTo>
                    <a:pt x="551640" y="292425"/>
                    <a:pt x="551640" y="271833"/>
                    <a:pt x="538945" y="259121"/>
                  </a:cubicBezTo>
                  <a:lnTo>
                    <a:pt x="538109" y="258285"/>
                  </a:lnTo>
                  <a:cubicBezTo>
                    <a:pt x="524282" y="244365"/>
                    <a:pt x="520134" y="223518"/>
                    <a:pt x="527581" y="205366"/>
                  </a:cubicBezTo>
                  <a:lnTo>
                    <a:pt x="527999" y="204321"/>
                  </a:lnTo>
                  <a:cubicBezTo>
                    <a:pt x="534847" y="187735"/>
                    <a:pt x="526951" y="168739"/>
                    <a:pt x="510366" y="161891"/>
                  </a:cubicBezTo>
                  <a:cubicBezTo>
                    <a:pt x="510340" y="161881"/>
                    <a:pt x="510315" y="161871"/>
                    <a:pt x="510290" y="161861"/>
                  </a:cubicBezTo>
                  <a:cubicBezTo>
                    <a:pt x="492046" y="154333"/>
                    <a:pt x="480132" y="136558"/>
                    <a:pt x="480101" y="116821"/>
                  </a:cubicBezTo>
                  <a:cubicBezTo>
                    <a:pt x="480063" y="98855"/>
                    <a:pt x="465508" y="84300"/>
                    <a:pt x="447541" y="84261"/>
                  </a:cubicBezTo>
                  <a:lnTo>
                    <a:pt x="446426" y="84261"/>
                  </a:lnTo>
                  <a:cubicBezTo>
                    <a:pt x="426825" y="84234"/>
                    <a:pt x="409142" y="72482"/>
                    <a:pt x="401526" y="54421"/>
                  </a:cubicBezTo>
                  <a:lnTo>
                    <a:pt x="401107" y="53375"/>
                  </a:lnTo>
                  <a:cubicBezTo>
                    <a:pt x="394149" y="36807"/>
                    <a:pt x="375104" y="28983"/>
                    <a:pt x="358508" y="35875"/>
                  </a:cubicBezTo>
                  <a:cubicBezTo>
                    <a:pt x="340323" y="43551"/>
                    <a:pt x="319299" y="39413"/>
                    <a:pt x="305381" y="25417"/>
                  </a:cubicBezTo>
                  <a:cubicBezTo>
                    <a:pt x="292669" y="12722"/>
                    <a:pt x="272077" y="12722"/>
                    <a:pt x="259365" y="25417"/>
                  </a:cubicBezTo>
                  <a:lnTo>
                    <a:pt x="258528" y="26184"/>
                  </a:lnTo>
                  <a:cubicBezTo>
                    <a:pt x="244702" y="40127"/>
                    <a:pt x="223813" y="44316"/>
                    <a:pt x="205680" y="36782"/>
                  </a:cubicBezTo>
                  <a:lnTo>
                    <a:pt x="204564" y="36363"/>
                  </a:lnTo>
                  <a:cubicBezTo>
                    <a:pt x="187969" y="29551"/>
                    <a:pt x="168992" y="37479"/>
                    <a:pt x="162174" y="54072"/>
                  </a:cubicBezTo>
                  <a:cubicBezTo>
                    <a:pt x="154646" y="72317"/>
                    <a:pt x="136871" y="84231"/>
                    <a:pt x="117135" y="84261"/>
                  </a:cubicBezTo>
                  <a:cubicBezTo>
                    <a:pt x="99168" y="84300"/>
                    <a:pt x="84613" y="98855"/>
                    <a:pt x="84575" y="116821"/>
                  </a:cubicBezTo>
                  <a:lnTo>
                    <a:pt x="84575" y="117797"/>
                  </a:lnTo>
                  <a:cubicBezTo>
                    <a:pt x="84535" y="137415"/>
                    <a:pt x="72753" y="155103"/>
                    <a:pt x="54665" y="162697"/>
                  </a:cubicBezTo>
                  <a:lnTo>
                    <a:pt x="53689" y="163185"/>
                  </a:lnTo>
                  <a:cubicBezTo>
                    <a:pt x="37129" y="170114"/>
                    <a:pt x="29301" y="189138"/>
                    <a:pt x="36189" y="205715"/>
                  </a:cubicBezTo>
                  <a:cubicBezTo>
                    <a:pt x="43926" y="223985"/>
                    <a:pt x="39725" y="245127"/>
                    <a:pt x="25591" y="259051"/>
                  </a:cubicBezTo>
                  <a:cubicBezTo>
                    <a:pt x="12972" y="271795"/>
                    <a:pt x="12972" y="292324"/>
                    <a:pt x="25591" y="305067"/>
                  </a:cubicBezTo>
                  <a:lnTo>
                    <a:pt x="26428" y="305834"/>
                  </a:lnTo>
                  <a:cubicBezTo>
                    <a:pt x="40279" y="319738"/>
                    <a:pt x="44454" y="340586"/>
                    <a:pt x="37025" y="358752"/>
                  </a:cubicBezTo>
                  <a:lnTo>
                    <a:pt x="36607" y="359798"/>
                  </a:lnTo>
                  <a:cubicBezTo>
                    <a:pt x="29790" y="376413"/>
                    <a:pt x="37714" y="395411"/>
                    <a:pt x="54316" y="402258"/>
                  </a:cubicBezTo>
                  <a:cubicBezTo>
                    <a:pt x="72537" y="409776"/>
                    <a:pt x="84447" y="427517"/>
                    <a:pt x="84505" y="447228"/>
                  </a:cubicBezTo>
                  <a:cubicBezTo>
                    <a:pt x="84544" y="465194"/>
                    <a:pt x="99099" y="479749"/>
                    <a:pt x="117065" y="479788"/>
                  </a:cubicBezTo>
                  <a:lnTo>
                    <a:pt x="118180" y="479788"/>
                  </a:lnTo>
                  <a:cubicBezTo>
                    <a:pt x="137798" y="479827"/>
                    <a:pt x="155486" y="491609"/>
                    <a:pt x="163081" y="509698"/>
                  </a:cubicBezTo>
                  <a:lnTo>
                    <a:pt x="163569" y="510744"/>
                  </a:lnTo>
                  <a:cubicBezTo>
                    <a:pt x="170525" y="527276"/>
                    <a:pt x="189541" y="535070"/>
                    <a:pt x="206098" y="528174"/>
                  </a:cubicBezTo>
                  <a:cubicBezTo>
                    <a:pt x="212066" y="525697"/>
                    <a:pt x="218462" y="524418"/>
                    <a:pt x="224923" y="524409"/>
                  </a:cubicBezTo>
                  <a:close/>
                  <a:moveTo>
                    <a:pt x="544663" y="310715"/>
                  </a:moveTo>
                  <a:lnTo>
                    <a:pt x="544663" y="310715"/>
                  </a:lnTo>
                  <a:close/>
                </a:path>
              </a:pathLst>
            </a:custGeom>
            <a:grpFill/>
            <a:ln w="6953" cap="flat">
              <a:noFill/>
              <a:prstDash val="solid"/>
              <a:miter/>
            </a:ln>
          </p:spPr>
          <p:txBody>
            <a:bodyPr rtlCol="0" anchor="ctr"/>
            <a:lstStyle/>
            <a:p>
              <a:pPr marL="0" marR="0" lvl="0" indent="0" algn="l" defTabSz="1219119"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2B2B2B"/>
                </a:solidFill>
                <a:effectLst/>
                <a:uLnTx/>
                <a:uFillTx/>
                <a:latin typeface="Calibri Light"/>
                <a:ea typeface="+mn-ea"/>
                <a:cs typeface="+mn-cs"/>
                <a:sym typeface="Tenorite Regular"/>
              </a:endParaRPr>
            </a:p>
          </p:txBody>
        </p:sp>
      </p:grpSp>
      <p:sp>
        <p:nvSpPr>
          <p:cNvPr id="33" name="TextBox 32">
            <a:extLst>
              <a:ext uri="{FF2B5EF4-FFF2-40B4-BE49-F238E27FC236}">
                <a16:creationId xmlns:a16="http://schemas.microsoft.com/office/drawing/2014/main" id="{B250E193-BCB5-6B0D-91FA-B15D684F8821}"/>
              </a:ext>
            </a:extLst>
          </p:cNvPr>
          <p:cNvSpPr txBox="1"/>
          <p:nvPr/>
        </p:nvSpPr>
        <p:spPr>
          <a:xfrm>
            <a:off x="7162062" y="4890323"/>
            <a:ext cx="5168163" cy="215444"/>
          </a:xfrm>
          <a:prstGeom prst="rect">
            <a:avLst/>
          </a:prstGeom>
          <a:noFill/>
        </p:spPr>
        <p:txBody>
          <a:bodyPr wrap="square" lIns="0" tIns="0" rIns="0" bIns="0" rtlCol="0" anchor="b">
            <a:spAutoFit/>
          </a:bodyPr>
          <a:lstStyle/>
          <a:p>
            <a:pPr marL="0" marR="0" lvl="0" indent="0" algn="l" defTabSz="274308"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enorite" pitchFamily="2" charset="0"/>
                <a:ea typeface="+mn-ea"/>
                <a:cs typeface="+mn-cs"/>
                <a:sym typeface="Helvetica"/>
              </a:rPr>
              <a:t>Outcomes</a:t>
            </a:r>
          </a:p>
        </p:txBody>
      </p:sp>
      <p:sp>
        <p:nvSpPr>
          <p:cNvPr id="34" name="TextBox 33">
            <a:extLst>
              <a:ext uri="{FF2B5EF4-FFF2-40B4-BE49-F238E27FC236}">
                <a16:creationId xmlns:a16="http://schemas.microsoft.com/office/drawing/2014/main" id="{F64F94D9-574F-0CDE-A750-ECC92BF74A6E}"/>
              </a:ext>
            </a:extLst>
          </p:cNvPr>
          <p:cNvSpPr txBox="1"/>
          <p:nvPr/>
        </p:nvSpPr>
        <p:spPr>
          <a:xfrm>
            <a:off x="6556800" y="5419123"/>
            <a:ext cx="5319767" cy="1015663"/>
          </a:xfrm>
          <a:prstGeom prst="rect">
            <a:avLst/>
          </a:prstGeom>
          <a:noFill/>
        </p:spPr>
        <p:txBody>
          <a:bodyPr wrap="square" lIns="0">
            <a:spAutoFit/>
          </a:bodyPr>
          <a:lstStyle/>
          <a:p>
            <a:pPr marL="121917" marR="0" lvl="0" indent="-228594" algn="l" defTabSz="274308"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40% </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reduction in operational costs</a:t>
            </a:r>
          </a:p>
          <a:p>
            <a:pPr marL="121917" marR="0" lvl="0" indent="-228594" algn="l" defTabSz="274308"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30 – 35% productivity improvements &amp; shorter release cycles</a:t>
            </a:r>
          </a:p>
          <a:p>
            <a:pPr marL="121917" marR="0" lvl="0" indent="-228594" algn="l" defTabSz="274308"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Zero Trust Architecture Alignment With NIST 800-207</a:t>
            </a:r>
          </a:p>
          <a:p>
            <a:pPr marL="121917" marR="0" lvl="0" indent="-228594" algn="l" defTabSz="274308"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Enhanced user experience – 40% MTTR improvement, </a:t>
            </a: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&gt;50% </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same day resolution</a:t>
            </a:r>
          </a:p>
          <a:p>
            <a:pPr marL="121917" marR="0" lvl="0" indent="-228594" algn="l" defTabSz="274308"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Automation to bring down </a:t>
            </a: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30%</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 of manual tasks</a:t>
            </a:r>
          </a:p>
          <a:p>
            <a:pPr marL="121917" marR="0" lvl="0" indent="-228594" algn="l" defTabSz="274308"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Flexible commercial models – </a:t>
            </a: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App-based pricing</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 (RUN), </a:t>
            </a:r>
            <a:r>
              <a:rPr kumimoji="0" lang="en-US" sz="1000" b="1"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Pod based pricing</a:t>
            </a:r>
            <a:r>
              <a:rPr kumimoji="0" lang="en-US" sz="1000" b="0" i="0" u="none" strike="noStrike" kern="0" cap="none" spc="0" normalizeH="0" baseline="0" noProof="0" dirty="0">
                <a:ln>
                  <a:noFill/>
                </a:ln>
                <a:solidFill>
                  <a:srgbClr val="000000">
                    <a:lumMod val="75000"/>
                    <a:lumOff val="25000"/>
                  </a:srgbClr>
                </a:solidFill>
                <a:effectLst/>
                <a:uLnTx/>
                <a:uFillTx/>
                <a:latin typeface="Tenorite" pitchFamily="2" charset="0"/>
                <a:ea typeface="Helvetica Neue Light" panose="02000403000000020004" pitchFamily="2" charset="0"/>
                <a:cs typeface="Calibri" panose="020F0502020204030204" pitchFamily="34" charset="0"/>
                <a:sym typeface="Helvetica"/>
              </a:rPr>
              <a:t> (CHANGE) </a:t>
            </a:r>
          </a:p>
        </p:txBody>
      </p:sp>
    </p:spTree>
    <p:extLst>
      <p:ext uri="{BB962C8B-B14F-4D97-AF65-F5344CB8AC3E}">
        <p14:creationId xmlns:p14="http://schemas.microsoft.com/office/powerpoint/2010/main" val="181726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2EBD-60B7-912E-76E9-E73F597E3969}"/>
              </a:ext>
            </a:extLst>
          </p:cNvPr>
          <p:cNvSpPr>
            <a:spLocks noGrp="1"/>
          </p:cNvSpPr>
          <p:nvPr>
            <p:ph type="title"/>
          </p:nvPr>
        </p:nvSpPr>
        <p:spPr>
          <a:xfrm>
            <a:off x="487485" y="425733"/>
            <a:ext cx="5504051" cy="606152"/>
          </a:xfrm>
        </p:spPr>
        <p:txBody>
          <a:bodyPr/>
          <a:lstStyle/>
          <a:p>
            <a:r>
              <a:rPr lang="en-US" dirty="0"/>
              <a:t>TJX Project Case Study:</a:t>
            </a:r>
          </a:p>
        </p:txBody>
      </p:sp>
      <p:graphicFrame>
        <p:nvGraphicFramePr>
          <p:cNvPr id="3" name="Table 2">
            <a:extLst>
              <a:ext uri="{FF2B5EF4-FFF2-40B4-BE49-F238E27FC236}">
                <a16:creationId xmlns:a16="http://schemas.microsoft.com/office/drawing/2014/main" id="{0D5ADFF7-6287-D40C-BD73-F1B0FDB88D78}"/>
              </a:ext>
            </a:extLst>
          </p:cNvPr>
          <p:cNvGraphicFramePr>
            <a:graphicFrameLocks noGrp="1"/>
          </p:cNvGraphicFramePr>
          <p:nvPr>
            <p:extLst>
              <p:ext uri="{D42A27DB-BD31-4B8C-83A1-F6EECF244321}">
                <p14:modId xmlns:p14="http://schemas.microsoft.com/office/powerpoint/2010/main" val="846281277"/>
              </p:ext>
            </p:extLst>
          </p:nvPr>
        </p:nvGraphicFramePr>
        <p:xfrm>
          <a:off x="0" y="954415"/>
          <a:ext cx="12192000" cy="5253181"/>
        </p:xfrm>
        <a:graphic>
          <a:graphicData uri="http://schemas.openxmlformats.org/drawingml/2006/table">
            <a:tbl>
              <a:tblPr firstRow="1" bandRow="1">
                <a:tableStyleId>{F2DE63D5-997A-4646-A377-4702673A728D}</a:tableStyleId>
              </a:tblPr>
              <a:tblGrid>
                <a:gridCol w="3048000">
                  <a:extLst>
                    <a:ext uri="{9D8B030D-6E8A-4147-A177-3AD203B41FA5}">
                      <a16:colId xmlns:a16="http://schemas.microsoft.com/office/drawing/2014/main" val="1503966671"/>
                    </a:ext>
                  </a:extLst>
                </a:gridCol>
                <a:gridCol w="3048000">
                  <a:extLst>
                    <a:ext uri="{9D8B030D-6E8A-4147-A177-3AD203B41FA5}">
                      <a16:colId xmlns:a16="http://schemas.microsoft.com/office/drawing/2014/main" val="1340300227"/>
                    </a:ext>
                  </a:extLst>
                </a:gridCol>
                <a:gridCol w="3048000">
                  <a:extLst>
                    <a:ext uri="{9D8B030D-6E8A-4147-A177-3AD203B41FA5}">
                      <a16:colId xmlns:a16="http://schemas.microsoft.com/office/drawing/2014/main" val="3662084457"/>
                    </a:ext>
                  </a:extLst>
                </a:gridCol>
                <a:gridCol w="3048000">
                  <a:extLst>
                    <a:ext uri="{9D8B030D-6E8A-4147-A177-3AD203B41FA5}">
                      <a16:colId xmlns:a16="http://schemas.microsoft.com/office/drawing/2014/main" val="1938047276"/>
                    </a:ext>
                  </a:extLst>
                </a:gridCol>
              </a:tblGrid>
              <a:tr h="619433">
                <a:tc>
                  <a:txBody>
                    <a:bodyPr/>
                    <a:lstStyle/>
                    <a:p>
                      <a:pPr algn="ctr"/>
                      <a:r>
                        <a:rPr lang="en-US" sz="1400" b="1" i="0" dirty="0">
                          <a:solidFill>
                            <a:schemeClr val="bg1"/>
                          </a:solidFill>
                          <a:latin typeface="Tenorite" pitchFamily="2" charset="0"/>
                        </a:rPr>
                        <a:t>Project</a:t>
                      </a:r>
                    </a:p>
                  </a:txBody>
                  <a:tcPr anchor="ctr">
                    <a:lnR w="6350" cap="flat" cmpd="sng" algn="ctr">
                      <a:solidFill>
                        <a:srgbClr val="0070C0"/>
                      </a:solidFill>
                      <a:prstDash val="lgDash"/>
                      <a:round/>
                      <a:headEnd type="none" w="med" len="med"/>
                      <a:tailEnd type="none" w="med" len="med"/>
                    </a:lnR>
                    <a:lnB w="6350" cap="flat" cmpd="sng" algn="ctr">
                      <a:solidFill>
                        <a:srgbClr val="0070C0"/>
                      </a:solidFill>
                      <a:prstDash val="lgDash"/>
                      <a:round/>
                      <a:headEnd type="none" w="med" len="med"/>
                      <a:tailEnd type="none" w="med" len="med"/>
                    </a:lnB>
                  </a:tcPr>
                </a:tc>
                <a:tc>
                  <a:txBody>
                    <a:bodyPr/>
                    <a:lstStyle/>
                    <a:p>
                      <a:pPr algn="ctr"/>
                      <a:r>
                        <a:rPr lang="en-US" sz="1400" b="1" i="0" dirty="0">
                          <a:solidFill>
                            <a:schemeClr val="bg1"/>
                          </a:solidFill>
                          <a:latin typeface="Tenorite" pitchFamily="2" charset="0"/>
                        </a:rPr>
                        <a:t>Business Challenge</a:t>
                      </a:r>
                    </a:p>
                  </a:txBody>
                  <a:tcPr anchor="ct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B w="6350" cap="flat" cmpd="sng" algn="ctr">
                      <a:solidFill>
                        <a:srgbClr val="0070C0"/>
                      </a:solidFill>
                      <a:prstDash val="lgDash"/>
                      <a:round/>
                      <a:headEnd type="none" w="med" len="med"/>
                      <a:tailEnd type="none" w="med" len="med"/>
                    </a:lnB>
                  </a:tcPr>
                </a:tc>
                <a:tc>
                  <a:txBody>
                    <a:bodyPr/>
                    <a:lstStyle/>
                    <a:p>
                      <a:pPr algn="ctr"/>
                      <a:r>
                        <a:rPr lang="en-US" sz="1400" b="1" i="0" dirty="0">
                          <a:solidFill>
                            <a:schemeClr val="bg1"/>
                          </a:solidFill>
                          <a:latin typeface="Tenorite" pitchFamily="2" charset="0"/>
                        </a:rPr>
                        <a:t>Wipro Delivery</a:t>
                      </a:r>
                    </a:p>
                  </a:txBody>
                  <a:tcPr anchor="ct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B w="6350" cap="flat" cmpd="sng" algn="ctr">
                      <a:solidFill>
                        <a:srgbClr val="0070C0"/>
                      </a:solidFill>
                      <a:prstDash val="lgDash"/>
                      <a:round/>
                      <a:headEnd type="none" w="med" len="med"/>
                      <a:tailEnd type="none" w="med" len="med"/>
                    </a:lnB>
                  </a:tcPr>
                </a:tc>
                <a:tc>
                  <a:txBody>
                    <a:bodyPr/>
                    <a:lstStyle/>
                    <a:p>
                      <a:pPr algn="ctr"/>
                      <a:r>
                        <a:rPr lang="en-US" sz="1400" b="1" i="0" dirty="0">
                          <a:solidFill>
                            <a:schemeClr val="bg1"/>
                          </a:solidFill>
                          <a:latin typeface="Tenorite" pitchFamily="2" charset="0"/>
                        </a:rPr>
                        <a:t>Business Impact</a:t>
                      </a:r>
                    </a:p>
                  </a:txBody>
                  <a:tcPr anchor="ctr">
                    <a:lnL w="6350" cap="flat" cmpd="sng" algn="ctr">
                      <a:solidFill>
                        <a:srgbClr val="0070C0"/>
                      </a:solidFill>
                      <a:prstDash val="lgDash"/>
                      <a:round/>
                      <a:headEnd type="none" w="med" len="med"/>
                      <a:tailEnd type="none" w="med" len="med"/>
                    </a:lnL>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2301552669"/>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TJX Canada – MOM Migration (Mainframe Stock Ledger)</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TJX Canada required RMS–MOM to become the system of record for Stock Ledger</a:t>
                      </a:r>
                    </a:p>
                    <a:p>
                      <a:pPr marL="171450" indent="-171450">
                        <a:buFont typeface="Arial" panose="020B0604020202020204" pitchFamily="34" charset="0"/>
                        <a:buChar char="•"/>
                      </a:pPr>
                      <a:r>
                        <a:rPr lang="en-US" sz="1000" b="0" i="0" dirty="0">
                          <a:solidFill>
                            <a:schemeClr val="tx1"/>
                          </a:solidFill>
                          <a:latin typeface="Tenorite" pitchFamily="2" charset="0"/>
                        </a:rPr>
                        <a:t>Existing mainframe SL Masterfile contained both pure and non-pure stock ledger data</a:t>
                      </a:r>
                    </a:p>
                    <a:p>
                      <a:pPr marL="171450" indent="-171450">
                        <a:buFont typeface="Arial" panose="020B0604020202020204" pitchFamily="34" charset="0"/>
                        <a:buChar char="•"/>
                      </a:pPr>
                      <a:r>
                        <a:rPr lang="en-US" sz="1000" b="0" i="0" dirty="0">
                          <a:solidFill>
                            <a:schemeClr val="tx1"/>
                          </a:solidFill>
                          <a:latin typeface="Tenorite" pitchFamily="2" charset="0"/>
                        </a:rPr>
                        <a:t>No existing mechanism to overlay MOM data onto the legacy mainframe Stock Ledger</a:t>
                      </a:r>
                    </a:p>
                    <a:p>
                      <a:pPr marL="171450" indent="-171450">
                        <a:buFont typeface="Arial" panose="020B0604020202020204" pitchFamily="34" charset="0"/>
                        <a:buChar char="•"/>
                      </a:pPr>
                      <a:r>
                        <a:rPr lang="en-US" sz="1000" b="0" i="0" dirty="0">
                          <a:solidFill>
                            <a:schemeClr val="tx1"/>
                          </a:solidFill>
                          <a:latin typeface="Tenorite" pitchFamily="2" charset="0"/>
                        </a:rPr>
                        <a:t>Weekend and year-end SL processing cycles were complex and time-consuming</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Designed and delivered mainframe enhancements to enable RMS–MOM integration</a:t>
                      </a:r>
                    </a:p>
                    <a:p>
                      <a:pPr marL="171450" indent="-171450">
                        <a:buFont typeface="Arial" panose="020B0604020202020204" pitchFamily="34" charset="0"/>
                        <a:buChar char="•"/>
                      </a:pPr>
                      <a:r>
                        <a:rPr lang="en-US" sz="1000" b="0" i="0" dirty="0">
                          <a:solidFill>
                            <a:schemeClr val="tx1"/>
                          </a:solidFill>
                          <a:latin typeface="Tenorite" pitchFamily="2" charset="0"/>
                        </a:rPr>
                        <a:t>Built new mainframe processes to extract stock ledger data from MOM and load into Masterfile</a:t>
                      </a:r>
                    </a:p>
                    <a:p>
                      <a:pPr marL="171450" indent="-171450">
                        <a:buFont typeface="Arial" panose="020B0604020202020204" pitchFamily="34" charset="0"/>
                        <a:buChar char="•"/>
                      </a:pPr>
                      <a:r>
                        <a:rPr lang="en-US" sz="1000" b="0" i="0" dirty="0">
                          <a:solidFill>
                            <a:schemeClr val="tx1"/>
                          </a:solidFill>
                          <a:latin typeface="Tenorite" pitchFamily="2" charset="0"/>
                        </a:rPr>
                        <a:t>Implemented overlay logic to align MOM data with existing legacy structures</a:t>
                      </a:r>
                    </a:p>
                    <a:p>
                      <a:pPr marL="171450" indent="-171450">
                        <a:buFont typeface="Arial" panose="020B0604020202020204" pitchFamily="34" charset="0"/>
                        <a:buChar char="•"/>
                      </a:pPr>
                      <a:r>
                        <a:rPr lang="en-US" sz="1000" b="0" i="0" dirty="0">
                          <a:solidFill>
                            <a:schemeClr val="tx1"/>
                          </a:solidFill>
                          <a:latin typeface="Tenorite" pitchFamily="2" charset="0"/>
                        </a:rPr>
                        <a:t>Streamlined weekend and year-end SL maintenance processes</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Enabled RMS–MOM as the master of record for pure stock ledger data in Canada</a:t>
                      </a:r>
                    </a:p>
                    <a:p>
                      <a:pPr marL="171450" indent="-171450">
                        <a:buFont typeface="Arial" panose="020B0604020202020204" pitchFamily="34" charset="0"/>
                        <a:buChar char="•"/>
                      </a:pPr>
                      <a:r>
                        <a:rPr lang="en-US" sz="1000" b="0" i="0" dirty="0">
                          <a:solidFill>
                            <a:schemeClr val="tx1"/>
                          </a:solidFill>
                          <a:latin typeface="Tenorite" pitchFamily="2" charset="0"/>
                        </a:rPr>
                        <a:t>Simplified and stabilized Stock Ledger processing cycles</a:t>
                      </a:r>
                    </a:p>
                    <a:p>
                      <a:pPr marL="171450" indent="-171450">
                        <a:buFont typeface="Arial" panose="020B0604020202020204" pitchFamily="34" charset="0"/>
                        <a:buChar char="•"/>
                      </a:pPr>
                      <a:r>
                        <a:rPr lang="en-US" sz="1000" b="0" i="0" dirty="0">
                          <a:solidFill>
                            <a:schemeClr val="tx1"/>
                          </a:solidFill>
                          <a:latin typeface="Tenorite" pitchFamily="2" charset="0"/>
                        </a:rPr>
                        <a:t>Reduced operational complexity in legacy SL maintenance</a:t>
                      </a:r>
                    </a:p>
                    <a:p>
                      <a:pPr marL="171450" indent="-171450">
                        <a:buFont typeface="Arial" panose="020B0604020202020204" pitchFamily="34" charset="0"/>
                        <a:buChar char="•"/>
                      </a:pPr>
                      <a:r>
                        <a:rPr lang="en-US" sz="1000" b="0" i="0" dirty="0">
                          <a:solidFill>
                            <a:schemeClr val="tx1"/>
                          </a:solidFill>
                          <a:latin typeface="Tenorite" pitchFamily="2" charset="0"/>
                        </a:rPr>
                        <a:t>Advanced TJX’s legacy modernization journey while preserving business stability</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2088168655"/>
                  </a:ext>
                </a:extLst>
              </a:tr>
              <a:tr h="1082434">
                <a:tc>
                  <a:txBody>
                    <a:bodyPr/>
                    <a:lstStyle/>
                    <a:p>
                      <a:pPr marL="171450" indent="-171450">
                        <a:buFont typeface="Arial" panose="020B0604020202020204" pitchFamily="34" charset="0"/>
                        <a:buChar char="•"/>
                      </a:pPr>
                      <a:r>
                        <a:rPr lang="en-US" sz="1000" b="0" i="0" dirty="0">
                          <a:latin typeface="Tenorite" pitchFamily="2" charset="0"/>
                        </a:rPr>
                        <a:t>HomeGoods (HG) Vendor Number Expansion</a:t>
                      </a:r>
                      <a:endParaRPr lang="en-US" sz="1000" b="0" i="0" dirty="0">
                        <a:solidFill>
                          <a:schemeClr val="tx1"/>
                        </a:solidFill>
                        <a:latin typeface="Tenorite" pitchFamily="2" charset="0"/>
                      </a:endParaRP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HomeGoods growth required expansion of vendor numbering across legacy platforms</a:t>
                      </a:r>
                    </a:p>
                    <a:p>
                      <a:pPr marL="171450" indent="-171450">
                        <a:buFont typeface="Arial" panose="020B0604020202020204" pitchFamily="34" charset="0"/>
                        <a:buChar char="•"/>
                      </a:pPr>
                      <a:r>
                        <a:rPr lang="en-US" sz="1000" b="0" i="0" dirty="0">
                          <a:solidFill>
                            <a:schemeClr val="tx1"/>
                          </a:solidFill>
                          <a:latin typeface="Tenorite" pitchFamily="2" charset="0"/>
                        </a:rPr>
                        <a:t>Existing mainframe vendor structures limited scalability</a:t>
                      </a:r>
                    </a:p>
                    <a:p>
                      <a:pPr marL="171450" indent="-171450">
                        <a:buFont typeface="Arial" panose="020B0604020202020204" pitchFamily="34" charset="0"/>
                        <a:buChar char="•"/>
                      </a:pPr>
                      <a:r>
                        <a:rPr lang="en-US" sz="1000" b="0" i="0" dirty="0">
                          <a:solidFill>
                            <a:schemeClr val="tx1"/>
                          </a:solidFill>
                          <a:latin typeface="Tenorite" pitchFamily="2" charset="0"/>
                        </a:rPr>
                        <a:t>Changes needed without disrupting downstream merchandising and DC processes</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Mainframe development to expand vendor number structures</a:t>
                      </a:r>
                    </a:p>
                    <a:p>
                      <a:pPr marL="171450" indent="-171450">
                        <a:buFont typeface="Arial" panose="020B0604020202020204" pitchFamily="34" charset="0"/>
                        <a:buChar char="•"/>
                      </a:pPr>
                      <a:r>
                        <a:rPr lang="en-US" sz="1000" b="0" i="0" dirty="0">
                          <a:solidFill>
                            <a:schemeClr val="tx1"/>
                          </a:solidFill>
                          <a:latin typeface="Tenorite" pitchFamily="2" charset="0"/>
                        </a:rPr>
                        <a:t>Updates to batch programs, validations, and legacy data handling</a:t>
                      </a:r>
                    </a:p>
                    <a:p>
                      <a:pPr marL="171450" indent="-171450">
                        <a:buFont typeface="Arial" panose="020B0604020202020204" pitchFamily="34" charset="0"/>
                        <a:buChar char="•"/>
                      </a:pPr>
                      <a:r>
                        <a:rPr lang="en-US" sz="1000" b="0" i="0" dirty="0">
                          <a:solidFill>
                            <a:schemeClr val="tx1"/>
                          </a:solidFill>
                          <a:latin typeface="Tenorite" pitchFamily="2" charset="0"/>
                        </a:rPr>
                        <a:t>Coordinated changes across dependent legacy applications</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Enabled scalable vendor onboarding for HomeGoods</a:t>
                      </a:r>
                    </a:p>
                    <a:p>
                      <a:pPr marL="171450" indent="-171450">
                        <a:buFont typeface="Arial" panose="020B0604020202020204" pitchFamily="34" charset="0"/>
                        <a:buChar char="•"/>
                      </a:pPr>
                      <a:r>
                        <a:rPr lang="en-US" sz="1000" b="0" i="0" dirty="0">
                          <a:solidFill>
                            <a:schemeClr val="tx1"/>
                          </a:solidFill>
                          <a:latin typeface="Tenorite" pitchFamily="2" charset="0"/>
                        </a:rPr>
                        <a:t>Preserved stability of core merchandising systems</a:t>
                      </a:r>
                    </a:p>
                    <a:p>
                      <a:pPr marL="171450" indent="-171450">
                        <a:buFont typeface="Arial" panose="020B0604020202020204" pitchFamily="34" charset="0"/>
                        <a:buChar char="•"/>
                      </a:pPr>
                      <a:r>
                        <a:rPr lang="en-US" sz="1000" b="0" i="0" dirty="0">
                          <a:solidFill>
                            <a:schemeClr val="tx1"/>
                          </a:solidFill>
                          <a:latin typeface="Tenorite" pitchFamily="2" charset="0"/>
                        </a:rPr>
                        <a:t>Supported business growth without platform replacement</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4203480431"/>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MMX (</a:t>
                      </a:r>
                      <a:r>
                        <a:rPr lang="en-US" sz="1000" b="0" i="0" dirty="0" err="1">
                          <a:solidFill>
                            <a:schemeClr val="tx1"/>
                          </a:solidFill>
                          <a:latin typeface="Tenorite" pitchFamily="2" charset="0"/>
                        </a:rPr>
                        <a:t>MarMaxx</a:t>
                      </a:r>
                      <a:r>
                        <a:rPr lang="en-US" sz="1000" b="0" i="0" dirty="0">
                          <a:solidFill>
                            <a:schemeClr val="tx1"/>
                          </a:solidFill>
                          <a:latin typeface="Tenorite" pitchFamily="2" charset="0"/>
                        </a:rPr>
                        <a:t>) and HomeGoods DC Expansion – Mainframe Enablement</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err="1">
                          <a:solidFill>
                            <a:schemeClr val="tx1"/>
                          </a:solidFill>
                          <a:latin typeface="Tenorite" pitchFamily="2" charset="0"/>
                        </a:rPr>
                        <a:t>MarMaxx</a:t>
                      </a:r>
                      <a:r>
                        <a:rPr lang="en-US" sz="1000" b="0" i="0" dirty="0">
                          <a:solidFill>
                            <a:schemeClr val="tx1"/>
                          </a:solidFill>
                          <a:latin typeface="Tenorite" pitchFamily="2" charset="0"/>
                        </a:rPr>
                        <a:t> and HomeGoods DC expansion increased load on legacy supply chain systems SCAN</a:t>
                      </a:r>
                    </a:p>
                    <a:p>
                      <a:pPr marL="171450" indent="-171450">
                        <a:buFont typeface="Arial" panose="020B0604020202020204" pitchFamily="34" charset="0"/>
                        <a:buChar char="•"/>
                      </a:pPr>
                      <a:r>
                        <a:rPr lang="en-US" sz="1000" b="0" i="0" dirty="0">
                          <a:solidFill>
                            <a:schemeClr val="tx1"/>
                          </a:solidFill>
                          <a:latin typeface="Tenorite" pitchFamily="2" charset="0"/>
                        </a:rPr>
                        <a:t>Core DC processing tightly coupled to mainframe applications</a:t>
                      </a:r>
                    </a:p>
                    <a:p>
                      <a:pPr marL="171450" indent="-171450">
                        <a:buFont typeface="Arial" panose="020B0604020202020204" pitchFamily="34" charset="0"/>
                        <a:buChar char="•"/>
                      </a:pPr>
                      <a:r>
                        <a:rPr lang="en-US" sz="1000" b="0" i="0" dirty="0">
                          <a:solidFill>
                            <a:schemeClr val="tx1"/>
                          </a:solidFill>
                          <a:latin typeface="Tenorite" pitchFamily="2" charset="0"/>
                        </a:rPr>
                        <a:t>Zero tolerance for disruption</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Mainframe remediation and enhancements aligned to DC expansion needs</a:t>
                      </a:r>
                    </a:p>
                    <a:p>
                      <a:pPr marL="171450" indent="-171450">
                        <a:buFont typeface="Arial" panose="020B0604020202020204" pitchFamily="34" charset="0"/>
                        <a:buChar char="•"/>
                      </a:pPr>
                      <a:r>
                        <a:rPr lang="en-US" sz="1000" b="0" i="0" dirty="0">
                          <a:solidFill>
                            <a:schemeClr val="tx1"/>
                          </a:solidFill>
                          <a:latin typeface="Tenorite" pitchFamily="2" charset="0"/>
                        </a:rPr>
                        <a:t>Batch processing and interface updates to handle increased volume</a:t>
                      </a:r>
                    </a:p>
                    <a:p>
                      <a:pPr marL="171450" indent="-171450">
                        <a:buFont typeface="Arial" panose="020B0604020202020204" pitchFamily="34" charset="0"/>
                        <a:buChar char="•"/>
                      </a:pPr>
                      <a:r>
                        <a:rPr lang="en-US" sz="1000" b="0" i="0" dirty="0">
                          <a:solidFill>
                            <a:schemeClr val="tx1"/>
                          </a:solidFill>
                          <a:latin typeface="Tenorite" pitchFamily="2" charset="0"/>
                        </a:rPr>
                        <a:t>Deployment and stabilization support during rollout</a:t>
                      </a:r>
                    </a:p>
                    <a:p>
                      <a:endParaRPr lang="en-US" sz="1000" b="0" i="0" dirty="0">
                        <a:solidFill>
                          <a:schemeClr val="tx1"/>
                        </a:solidFill>
                        <a:latin typeface="Tenorite" pitchFamily="2" charset="0"/>
                      </a:endParaRP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Enabled new DCs with stable legacy operations</a:t>
                      </a:r>
                    </a:p>
                    <a:p>
                      <a:pPr marL="171450" indent="-171450">
                        <a:buFont typeface="Arial" panose="020B0604020202020204" pitchFamily="34" charset="0"/>
                        <a:buChar char="•"/>
                      </a:pPr>
                      <a:r>
                        <a:rPr lang="en-US" sz="1000" b="0" i="0" dirty="0">
                          <a:solidFill>
                            <a:schemeClr val="tx1"/>
                          </a:solidFill>
                          <a:latin typeface="Tenorite" pitchFamily="2" charset="0"/>
                        </a:rPr>
                        <a:t>Maintained continuity of core supply chain processing and SCAN system</a:t>
                      </a:r>
                    </a:p>
                    <a:p>
                      <a:pPr marL="171450" indent="-171450">
                        <a:buFont typeface="Arial" panose="020B0604020202020204" pitchFamily="34" charset="0"/>
                        <a:buChar char="•"/>
                      </a:pPr>
                      <a:r>
                        <a:rPr lang="en-US" sz="1000" b="0" i="0" dirty="0">
                          <a:solidFill>
                            <a:schemeClr val="tx1"/>
                          </a:solidFill>
                          <a:latin typeface="Tenorite" pitchFamily="2" charset="0"/>
                        </a:rPr>
                        <a:t>Reduced expansion-related legacy risk</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2104693354"/>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West Coast DC – ASN Foundation / PO Enablement</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West Coast DC required ASN foundation for inbound processing</a:t>
                      </a:r>
                    </a:p>
                    <a:p>
                      <a:pPr marL="171450" indent="-171450">
                        <a:buFont typeface="Arial" panose="020B0604020202020204" pitchFamily="34" charset="0"/>
                        <a:buChar char="•"/>
                      </a:pPr>
                      <a:r>
                        <a:rPr lang="en-US" sz="1000" b="0" i="0" dirty="0">
                          <a:solidFill>
                            <a:schemeClr val="tx1"/>
                          </a:solidFill>
                          <a:latin typeface="Tenorite" pitchFamily="2" charset="0"/>
                        </a:rPr>
                        <a:t>Legacy mainframe systems needed enhancements for ASN and PO flows</a:t>
                      </a:r>
                    </a:p>
                    <a:p>
                      <a:pPr marL="171450" indent="-171450">
                        <a:buFont typeface="Arial" panose="020B0604020202020204" pitchFamily="34" charset="0"/>
                        <a:buChar char="•"/>
                      </a:pPr>
                      <a:r>
                        <a:rPr lang="en-US" sz="1000" b="0" i="0" dirty="0">
                          <a:solidFill>
                            <a:schemeClr val="tx1"/>
                          </a:solidFill>
                          <a:latin typeface="Tenorite" pitchFamily="2" charset="0"/>
                        </a:rPr>
                        <a:t>Integration reliability was critical for DC go-live</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Built and enhanced mainframe programs supporting ASN and PO processing</a:t>
                      </a:r>
                    </a:p>
                    <a:p>
                      <a:pPr marL="171450" indent="-171450">
                        <a:buFont typeface="Arial" panose="020B0604020202020204" pitchFamily="34" charset="0"/>
                        <a:buChar char="•"/>
                      </a:pPr>
                      <a:r>
                        <a:rPr lang="en-US" sz="1000" b="0" i="0" dirty="0">
                          <a:solidFill>
                            <a:schemeClr val="tx1"/>
                          </a:solidFill>
                          <a:latin typeface="Tenorite" pitchFamily="2" charset="0"/>
                        </a:rPr>
                        <a:t>Implemented foundational legacy changes for shipment visibility</a:t>
                      </a:r>
                    </a:p>
                    <a:p>
                      <a:pPr marL="171450" indent="-171450">
                        <a:buFont typeface="Arial" panose="020B0604020202020204" pitchFamily="34" charset="0"/>
                        <a:buChar char="•"/>
                      </a:pPr>
                      <a:r>
                        <a:rPr lang="en-US" sz="1000" b="0" i="0" dirty="0">
                          <a:solidFill>
                            <a:schemeClr val="tx1"/>
                          </a:solidFill>
                          <a:latin typeface="Tenorite" pitchFamily="2" charset="0"/>
                        </a:rPr>
                        <a:t>Coordinated closely with integration teams</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Established ASN foundation for West Coast DC operations</a:t>
                      </a:r>
                    </a:p>
                    <a:p>
                      <a:pPr marL="171450" indent="-171450">
                        <a:buFont typeface="Arial" panose="020B0604020202020204" pitchFamily="34" charset="0"/>
                        <a:buChar char="•"/>
                      </a:pPr>
                      <a:r>
                        <a:rPr lang="en-US" sz="1000" b="0" i="0" dirty="0">
                          <a:solidFill>
                            <a:schemeClr val="tx1"/>
                          </a:solidFill>
                          <a:latin typeface="Tenorite" pitchFamily="2" charset="0"/>
                        </a:rPr>
                        <a:t>Improved PO and shipment processing accuracy</a:t>
                      </a:r>
                    </a:p>
                    <a:p>
                      <a:pPr marL="171450" indent="-171450">
                        <a:buFont typeface="Arial" panose="020B0604020202020204" pitchFamily="34" charset="0"/>
                        <a:buChar char="•"/>
                      </a:pPr>
                      <a:r>
                        <a:rPr lang="en-US" sz="1000" b="0" i="0" dirty="0">
                          <a:solidFill>
                            <a:schemeClr val="tx1"/>
                          </a:solidFill>
                          <a:latin typeface="Tenorite" pitchFamily="2" charset="0"/>
                        </a:rPr>
                        <a:t>Enabled smooth DC go-live</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tcPr>
                </a:tc>
                <a:extLst>
                  <a:ext uri="{0D108BD9-81ED-4DB2-BD59-A6C34878D82A}">
                    <a16:rowId xmlns:a16="http://schemas.microsoft.com/office/drawing/2014/main" val="3263686578"/>
                  </a:ext>
                </a:extLst>
              </a:tr>
            </a:tbl>
          </a:graphicData>
        </a:graphic>
      </p:graphicFrame>
    </p:spTree>
    <p:extLst>
      <p:ext uri="{BB962C8B-B14F-4D97-AF65-F5344CB8AC3E}">
        <p14:creationId xmlns:p14="http://schemas.microsoft.com/office/powerpoint/2010/main" val="892299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9C1AB-3D97-9655-47D6-FA7CBD7D2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5B0B1-29AE-F17C-5F02-FB4B0467A29A}"/>
              </a:ext>
            </a:extLst>
          </p:cNvPr>
          <p:cNvSpPr>
            <a:spLocks noGrp="1"/>
          </p:cNvSpPr>
          <p:nvPr>
            <p:ph type="title"/>
          </p:nvPr>
        </p:nvSpPr>
        <p:spPr>
          <a:xfrm>
            <a:off x="487485" y="425733"/>
            <a:ext cx="5504051" cy="606152"/>
          </a:xfrm>
        </p:spPr>
        <p:txBody>
          <a:bodyPr/>
          <a:lstStyle/>
          <a:p>
            <a:r>
              <a:rPr lang="en-US" dirty="0"/>
              <a:t>TJX Project Case Study Contd..:</a:t>
            </a:r>
          </a:p>
        </p:txBody>
      </p:sp>
      <p:graphicFrame>
        <p:nvGraphicFramePr>
          <p:cNvPr id="3" name="Table 2">
            <a:extLst>
              <a:ext uri="{FF2B5EF4-FFF2-40B4-BE49-F238E27FC236}">
                <a16:creationId xmlns:a16="http://schemas.microsoft.com/office/drawing/2014/main" id="{1339F4EA-36EA-5D92-AAC2-8ADD58D9B960}"/>
              </a:ext>
            </a:extLst>
          </p:cNvPr>
          <p:cNvGraphicFramePr>
            <a:graphicFrameLocks noGrp="1"/>
          </p:cNvGraphicFramePr>
          <p:nvPr>
            <p:extLst>
              <p:ext uri="{D42A27DB-BD31-4B8C-83A1-F6EECF244321}">
                <p14:modId xmlns:p14="http://schemas.microsoft.com/office/powerpoint/2010/main" val="3799161114"/>
              </p:ext>
            </p:extLst>
          </p:nvPr>
        </p:nvGraphicFramePr>
        <p:xfrm>
          <a:off x="0" y="954415"/>
          <a:ext cx="12192000" cy="5024975"/>
        </p:xfrm>
        <a:graphic>
          <a:graphicData uri="http://schemas.openxmlformats.org/drawingml/2006/table">
            <a:tbl>
              <a:tblPr firstRow="1" bandRow="1">
                <a:tableStyleId>{F2DE63D5-997A-4646-A377-4702673A728D}</a:tableStyleId>
              </a:tblPr>
              <a:tblGrid>
                <a:gridCol w="3048000">
                  <a:extLst>
                    <a:ext uri="{9D8B030D-6E8A-4147-A177-3AD203B41FA5}">
                      <a16:colId xmlns:a16="http://schemas.microsoft.com/office/drawing/2014/main" val="1503966671"/>
                    </a:ext>
                  </a:extLst>
                </a:gridCol>
                <a:gridCol w="3048000">
                  <a:extLst>
                    <a:ext uri="{9D8B030D-6E8A-4147-A177-3AD203B41FA5}">
                      <a16:colId xmlns:a16="http://schemas.microsoft.com/office/drawing/2014/main" val="1340300227"/>
                    </a:ext>
                  </a:extLst>
                </a:gridCol>
                <a:gridCol w="3048000">
                  <a:extLst>
                    <a:ext uri="{9D8B030D-6E8A-4147-A177-3AD203B41FA5}">
                      <a16:colId xmlns:a16="http://schemas.microsoft.com/office/drawing/2014/main" val="3662084457"/>
                    </a:ext>
                  </a:extLst>
                </a:gridCol>
                <a:gridCol w="3048000">
                  <a:extLst>
                    <a:ext uri="{9D8B030D-6E8A-4147-A177-3AD203B41FA5}">
                      <a16:colId xmlns:a16="http://schemas.microsoft.com/office/drawing/2014/main" val="1938047276"/>
                    </a:ext>
                  </a:extLst>
                </a:gridCol>
              </a:tblGrid>
              <a:tr h="619433">
                <a:tc>
                  <a:txBody>
                    <a:bodyPr/>
                    <a:lstStyle/>
                    <a:p>
                      <a:pPr algn="ctr"/>
                      <a:r>
                        <a:rPr lang="en-US" sz="1400" b="1" i="0" dirty="0">
                          <a:solidFill>
                            <a:schemeClr val="bg1"/>
                          </a:solidFill>
                          <a:latin typeface="Tenorite" pitchFamily="2" charset="0"/>
                        </a:rPr>
                        <a:t>Project</a:t>
                      </a:r>
                    </a:p>
                  </a:txBody>
                  <a:tcPr anchor="ctr">
                    <a:lnR w="6350" cap="flat" cmpd="sng" algn="ctr">
                      <a:solidFill>
                        <a:srgbClr val="0070C0"/>
                      </a:solidFill>
                      <a:prstDash val="lgDash"/>
                      <a:round/>
                      <a:headEnd type="none" w="med" len="med"/>
                      <a:tailEnd type="none" w="med" len="med"/>
                    </a:lnR>
                    <a:lnB w="6350" cap="flat" cmpd="sng" algn="ctr">
                      <a:solidFill>
                        <a:srgbClr val="0070C0"/>
                      </a:solidFill>
                      <a:prstDash val="lgDash"/>
                      <a:round/>
                      <a:headEnd type="none" w="med" len="med"/>
                      <a:tailEnd type="none" w="med" len="med"/>
                    </a:lnB>
                  </a:tcPr>
                </a:tc>
                <a:tc>
                  <a:txBody>
                    <a:bodyPr/>
                    <a:lstStyle/>
                    <a:p>
                      <a:pPr algn="ctr"/>
                      <a:r>
                        <a:rPr lang="en-US" sz="1400" b="1" i="0" dirty="0">
                          <a:solidFill>
                            <a:schemeClr val="bg1"/>
                          </a:solidFill>
                          <a:latin typeface="Tenorite" pitchFamily="2" charset="0"/>
                        </a:rPr>
                        <a:t>Business Challenge</a:t>
                      </a:r>
                    </a:p>
                  </a:txBody>
                  <a:tcPr anchor="ct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B w="6350" cap="flat" cmpd="sng" algn="ctr">
                      <a:solidFill>
                        <a:srgbClr val="0070C0"/>
                      </a:solidFill>
                      <a:prstDash val="lgDash"/>
                      <a:round/>
                      <a:headEnd type="none" w="med" len="med"/>
                      <a:tailEnd type="none" w="med" len="med"/>
                    </a:lnB>
                  </a:tcPr>
                </a:tc>
                <a:tc>
                  <a:txBody>
                    <a:bodyPr/>
                    <a:lstStyle/>
                    <a:p>
                      <a:pPr algn="ctr"/>
                      <a:r>
                        <a:rPr lang="en-US" sz="1400" b="1" i="0" dirty="0">
                          <a:solidFill>
                            <a:schemeClr val="bg1"/>
                          </a:solidFill>
                          <a:latin typeface="Tenorite" pitchFamily="2" charset="0"/>
                        </a:rPr>
                        <a:t>Wipro Delivery</a:t>
                      </a:r>
                    </a:p>
                  </a:txBody>
                  <a:tcPr anchor="ct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B w="6350" cap="flat" cmpd="sng" algn="ctr">
                      <a:solidFill>
                        <a:srgbClr val="0070C0"/>
                      </a:solidFill>
                      <a:prstDash val="lgDash"/>
                      <a:round/>
                      <a:headEnd type="none" w="med" len="med"/>
                      <a:tailEnd type="none" w="med" len="med"/>
                    </a:lnB>
                  </a:tcPr>
                </a:tc>
                <a:tc>
                  <a:txBody>
                    <a:bodyPr/>
                    <a:lstStyle/>
                    <a:p>
                      <a:pPr algn="ctr"/>
                      <a:r>
                        <a:rPr lang="en-US" sz="1400" b="1" i="0" dirty="0">
                          <a:solidFill>
                            <a:schemeClr val="bg1"/>
                          </a:solidFill>
                          <a:latin typeface="Tenorite" pitchFamily="2" charset="0"/>
                        </a:rPr>
                        <a:t>Business Impact</a:t>
                      </a:r>
                    </a:p>
                  </a:txBody>
                  <a:tcPr anchor="ctr">
                    <a:lnL w="6350" cap="flat" cmpd="sng" algn="ctr">
                      <a:solidFill>
                        <a:srgbClr val="0070C0"/>
                      </a:solidFill>
                      <a:prstDash val="lgDash"/>
                      <a:round/>
                      <a:headEnd type="none" w="med" len="med"/>
                      <a:tailEnd type="none" w="med" len="med"/>
                    </a:lnL>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2301552669"/>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RPAS Legacy Enablement</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Enables new planning platform Oracle-RPAS </a:t>
                      </a:r>
                    </a:p>
                    <a:p>
                      <a:pPr marL="171450" indent="-171450">
                        <a:buFont typeface="Arial" panose="020B0604020202020204" pitchFamily="34" charset="0"/>
                        <a:buChar char="•"/>
                      </a:pPr>
                      <a:r>
                        <a:rPr lang="en-US" sz="1000" b="0" i="0" dirty="0">
                          <a:solidFill>
                            <a:schemeClr val="tx1"/>
                          </a:solidFill>
                          <a:latin typeface="Tenorite" pitchFamily="2" charset="0"/>
                        </a:rPr>
                        <a:t>Planning modernization required continued dependence on legacy systems</a:t>
                      </a:r>
                    </a:p>
                    <a:p>
                      <a:pPr marL="171450" indent="-171450">
                        <a:buFont typeface="Arial" panose="020B0604020202020204" pitchFamily="34" charset="0"/>
                        <a:buChar char="•"/>
                      </a:pPr>
                      <a:r>
                        <a:rPr lang="en-US" sz="1000" b="0" i="0" dirty="0">
                          <a:solidFill>
                            <a:schemeClr val="tx1"/>
                          </a:solidFill>
                          <a:latin typeface="Tenorite" pitchFamily="2" charset="0"/>
                        </a:rPr>
                        <a:t>Large number of legacy components required enablement</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More than 150 legacy mainframe components are modified and created to enable RPAS</a:t>
                      </a:r>
                    </a:p>
                    <a:p>
                      <a:pPr marL="171450" indent="-171450">
                        <a:buFont typeface="Arial" panose="020B0604020202020204" pitchFamily="34" charset="0"/>
                        <a:buChar char="•"/>
                      </a:pPr>
                      <a:r>
                        <a:rPr lang="en-US" sz="1000" b="0" i="0" dirty="0">
                          <a:solidFill>
                            <a:schemeClr val="tx1"/>
                          </a:solidFill>
                          <a:latin typeface="Tenorite" pitchFamily="2" charset="0"/>
                        </a:rPr>
                        <a:t>Leveraged documentation of legacy planning applications</a:t>
                      </a:r>
                    </a:p>
                    <a:p>
                      <a:pPr marL="171450" indent="-171450">
                        <a:buFont typeface="Arial" panose="020B0604020202020204" pitchFamily="34" charset="0"/>
                        <a:buChar char="•"/>
                      </a:pPr>
                      <a:r>
                        <a:rPr lang="en-US" sz="1000" b="0" i="0" dirty="0">
                          <a:solidFill>
                            <a:schemeClr val="tx1"/>
                          </a:solidFill>
                          <a:latin typeface="Tenorite" pitchFamily="2" charset="0"/>
                        </a:rPr>
                        <a:t>Delivered incremental legacy enablement</a:t>
                      </a:r>
                    </a:p>
                    <a:p>
                      <a:pPr marL="171450" indent="-171450">
                        <a:buFont typeface="Arial" panose="020B0604020202020204" pitchFamily="34" charset="0"/>
                        <a:buChar char="•"/>
                      </a:pPr>
                      <a:endParaRPr lang="en-US" sz="1000" b="0" i="0" dirty="0">
                        <a:solidFill>
                          <a:schemeClr val="tx1"/>
                        </a:solidFill>
                        <a:latin typeface="Tenorite" pitchFamily="2" charset="0"/>
                      </a:endParaRP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Enabled new planning transformation to RPAS while preserving legacy stability</a:t>
                      </a:r>
                    </a:p>
                    <a:p>
                      <a:pPr marL="171450" indent="-171450">
                        <a:buFont typeface="Arial" panose="020B0604020202020204" pitchFamily="34" charset="0"/>
                        <a:buChar char="•"/>
                      </a:pPr>
                      <a:r>
                        <a:rPr lang="en-US" sz="1000" b="0" i="0" dirty="0">
                          <a:solidFill>
                            <a:schemeClr val="tx1"/>
                          </a:solidFill>
                          <a:latin typeface="Tenorite" pitchFamily="2" charset="0"/>
                        </a:rPr>
                        <a:t>Reduced dependency risk on undocumented legacy logic</a:t>
                      </a:r>
                    </a:p>
                    <a:p>
                      <a:pPr marL="171450" indent="-171450">
                        <a:buFont typeface="Arial" panose="020B0604020202020204" pitchFamily="34" charset="0"/>
                        <a:buChar char="•"/>
                      </a:pPr>
                      <a:r>
                        <a:rPr lang="en-US" sz="1000" b="0" i="0" dirty="0">
                          <a:solidFill>
                            <a:schemeClr val="tx1"/>
                          </a:solidFill>
                          <a:latin typeface="Tenorite" pitchFamily="2" charset="0"/>
                        </a:rPr>
                        <a:t>Accelerated RPAS delivery</a:t>
                      </a:r>
                    </a:p>
                    <a:p>
                      <a:pPr marL="171450" indent="-171450">
                        <a:buFont typeface="Arial" panose="020B0604020202020204" pitchFamily="34" charset="0"/>
                        <a:buChar char="•"/>
                      </a:pPr>
                      <a:endParaRPr lang="en-US" sz="1000" b="0" i="0" dirty="0">
                        <a:solidFill>
                          <a:schemeClr val="tx1"/>
                        </a:solidFill>
                        <a:latin typeface="Tenorite" pitchFamily="2" charset="0"/>
                      </a:endParaRP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4203480431"/>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MDM Legacy Enhancement</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MDM initiatives is to transfer legacy Master Date into to Site Hub and Supplier Hub</a:t>
                      </a:r>
                    </a:p>
                    <a:p>
                      <a:pPr marL="171450" indent="-171450">
                        <a:buFont typeface="Arial" panose="020B0604020202020204" pitchFamily="34" charset="0"/>
                        <a:buChar char="•"/>
                      </a:pPr>
                      <a:r>
                        <a:rPr lang="en-US" sz="1000" b="0" i="0" dirty="0">
                          <a:solidFill>
                            <a:schemeClr val="tx1"/>
                          </a:solidFill>
                          <a:latin typeface="Tenorite" pitchFamily="2" charset="0"/>
                        </a:rPr>
                        <a:t>Larger number of Legacy dependencies on data transformation and loading into MDM</a:t>
                      </a:r>
                    </a:p>
                    <a:p>
                      <a:pPr marL="171450" indent="-171450">
                        <a:buFont typeface="Arial" panose="020B0604020202020204" pitchFamily="34" charset="0"/>
                        <a:buChar char="•"/>
                      </a:pPr>
                      <a:endParaRPr lang="en-US" sz="1000" b="0" i="0" dirty="0">
                        <a:solidFill>
                          <a:schemeClr val="tx1"/>
                        </a:solidFill>
                        <a:latin typeface="Tenorite" pitchFamily="2" charset="0"/>
                      </a:endParaRP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Document data transformation requirements</a:t>
                      </a:r>
                    </a:p>
                    <a:p>
                      <a:pPr marL="171450" indent="-171450">
                        <a:buFont typeface="Arial" panose="020B0604020202020204" pitchFamily="34" charset="0"/>
                        <a:buChar char="•"/>
                      </a:pPr>
                      <a:r>
                        <a:rPr lang="en-US" sz="1000" b="0" i="0" dirty="0">
                          <a:solidFill>
                            <a:schemeClr val="tx1"/>
                          </a:solidFill>
                          <a:latin typeface="Tenorite" pitchFamily="2" charset="0"/>
                        </a:rPr>
                        <a:t>Build mainframe components and transformation logic to support MDM initiatives </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New Master Data Management system (Site hub and Supplier hub) enables TJX to support Modernization journey with Master data need</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2104693354"/>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TJXE RMS – Designation</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To enable RMS in Europe, Existing Automated Distribution System needs redesign. Backbone of TJXs distribution, one of the business critical and complex system which needs detailed understanding of the current process and realign with RMS requirements and new design</a:t>
                      </a:r>
                    </a:p>
                    <a:p>
                      <a:pPr marL="171450" indent="-171450">
                        <a:buFont typeface="Arial" panose="020B0604020202020204" pitchFamily="34" charset="0"/>
                        <a:buChar char="•"/>
                      </a:pPr>
                      <a:endParaRPr lang="en-US" sz="1000" b="0" i="0" dirty="0">
                        <a:solidFill>
                          <a:schemeClr val="tx1"/>
                        </a:solidFill>
                        <a:latin typeface="Tenorite" pitchFamily="2" charset="0"/>
                      </a:endParaRP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Completely redesigned the Automated Distribution System with multiple new mainframe CICS screens with complex backend logic</a:t>
                      </a:r>
                    </a:p>
                    <a:p>
                      <a:pPr marL="171450" indent="-171450">
                        <a:buFont typeface="Arial" panose="020B0604020202020204" pitchFamily="34" charset="0"/>
                        <a:buChar char="•"/>
                      </a:pPr>
                      <a:r>
                        <a:rPr lang="en-US" sz="1000" b="0" i="0" dirty="0">
                          <a:solidFill>
                            <a:schemeClr val="tx1"/>
                          </a:solidFill>
                          <a:latin typeface="Tenorite" pitchFamily="2" charset="0"/>
                        </a:rPr>
                        <a:t>Documented the functionality  </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Newly designed Automated Distribution System enabled RMS implantation in EU</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lnB w="6350" cap="flat" cmpd="sng" algn="ctr">
                      <a:solidFill>
                        <a:srgbClr val="0070C0"/>
                      </a:solidFill>
                      <a:prstDash val="lgDash"/>
                      <a:round/>
                      <a:headEnd type="none" w="med" len="med"/>
                      <a:tailEnd type="none" w="med" len="med"/>
                    </a:lnB>
                  </a:tcPr>
                </a:tc>
                <a:extLst>
                  <a:ext uri="{0D108BD9-81ED-4DB2-BD59-A6C34878D82A}">
                    <a16:rowId xmlns:a16="http://schemas.microsoft.com/office/drawing/2014/main" val="666815533"/>
                  </a:ext>
                </a:extLst>
              </a:tr>
              <a:tr h="1082434">
                <a:tc>
                  <a:txBody>
                    <a:bodyPr/>
                    <a:lstStyle/>
                    <a:p>
                      <a:pPr marL="171450" marR="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dirty="0">
                          <a:solidFill>
                            <a:schemeClr val="tx1"/>
                          </a:solidFill>
                          <a:latin typeface="Tenorite" pitchFamily="2" charset="0"/>
                        </a:rPr>
                        <a:t>TJXE Field Expansion </a:t>
                      </a:r>
                    </a:p>
                  </a:txBody>
                  <a:tcPr>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TJX Europe field expansion required legacy systems to expanded values for multiple fields (such as store number, region and zone) </a:t>
                      </a:r>
                    </a:p>
                    <a:p>
                      <a:pPr marL="171450" indent="-171450">
                        <a:buFont typeface="Arial" panose="020B0604020202020204" pitchFamily="34" charset="0"/>
                        <a:buChar char="•"/>
                      </a:pPr>
                      <a:r>
                        <a:rPr lang="en-US" sz="1000" b="0" i="0" dirty="0">
                          <a:solidFill>
                            <a:schemeClr val="tx1"/>
                          </a:solidFill>
                          <a:latin typeface="Tenorite" pitchFamily="2" charset="0"/>
                        </a:rPr>
                        <a:t>Core retail, supply chain and merchandising Mainframe applications to be remediated</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Mainframe enhancements supporting European expansion</a:t>
                      </a:r>
                    </a:p>
                    <a:p>
                      <a:pPr marL="171450" indent="-171450">
                        <a:buFont typeface="Arial" panose="020B0604020202020204" pitchFamily="34" charset="0"/>
                        <a:buChar char="•"/>
                      </a:pPr>
                      <a:r>
                        <a:rPr lang="en-US" sz="1000" b="0" i="0" dirty="0">
                          <a:solidFill>
                            <a:schemeClr val="tx1"/>
                          </a:solidFill>
                          <a:latin typeface="Tenorite" pitchFamily="2" charset="0"/>
                        </a:rPr>
                        <a:t>Regional data handling and interface updates</a:t>
                      </a:r>
                    </a:p>
                    <a:p>
                      <a:pPr marL="171450" indent="-171450">
                        <a:buFont typeface="Arial" panose="020B0604020202020204" pitchFamily="34" charset="0"/>
                        <a:buChar char="•"/>
                      </a:pPr>
                      <a:r>
                        <a:rPr lang="en-US" sz="1000" b="0" i="0" dirty="0">
                          <a:solidFill>
                            <a:schemeClr val="tx1"/>
                          </a:solidFill>
                          <a:latin typeface="Tenorite" pitchFamily="2" charset="0"/>
                        </a:rPr>
                        <a:t>Coordinated global delivery across multiple region</a:t>
                      </a:r>
                    </a:p>
                  </a:txBody>
                  <a:tcPr>
                    <a:lnL w="6350" cap="flat" cmpd="sng" algn="ctr">
                      <a:solidFill>
                        <a:srgbClr val="0070C0"/>
                      </a:solidFill>
                      <a:prstDash val="lgDash"/>
                      <a:round/>
                      <a:headEnd type="none" w="med" len="med"/>
                      <a:tailEnd type="none" w="med" len="med"/>
                    </a:lnL>
                    <a:lnR w="6350" cap="flat" cmpd="sng" algn="ctr">
                      <a:solidFill>
                        <a:srgbClr val="0070C0"/>
                      </a:solidFill>
                      <a:prstDash val="lgDash"/>
                      <a:round/>
                      <a:headEnd type="none" w="med" len="med"/>
                      <a:tailEnd type="none" w="med" len="med"/>
                    </a:lnR>
                    <a:lnT w="6350" cap="flat" cmpd="sng" algn="ctr">
                      <a:solidFill>
                        <a:srgbClr val="0070C0"/>
                      </a:solidFill>
                      <a:prstDash val="lgDash"/>
                      <a:round/>
                      <a:headEnd type="none" w="med" len="med"/>
                      <a:tailEnd type="none" w="med" len="med"/>
                    </a:lnT>
                  </a:tcPr>
                </a:tc>
                <a:tc>
                  <a:txBody>
                    <a:bodyPr/>
                    <a:lstStyle/>
                    <a:p>
                      <a:pPr marL="171450" indent="-171450">
                        <a:buFont typeface="Arial" panose="020B0604020202020204" pitchFamily="34" charset="0"/>
                        <a:buChar char="•"/>
                      </a:pPr>
                      <a:r>
                        <a:rPr lang="en-US" sz="1000" b="0" i="0" dirty="0">
                          <a:solidFill>
                            <a:schemeClr val="tx1"/>
                          </a:solidFill>
                          <a:latin typeface="Tenorite" pitchFamily="2" charset="0"/>
                        </a:rPr>
                        <a:t>Enabled TJX Europe growth using existing platforms</a:t>
                      </a:r>
                    </a:p>
                    <a:p>
                      <a:pPr marL="171450" indent="-171450">
                        <a:buFont typeface="Arial" panose="020B0604020202020204" pitchFamily="34" charset="0"/>
                        <a:buChar char="•"/>
                      </a:pPr>
                      <a:r>
                        <a:rPr lang="en-US" sz="1000" b="0" i="0" dirty="0">
                          <a:solidFill>
                            <a:schemeClr val="tx1"/>
                          </a:solidFill>
                          <a:latin typeface="Tenorite" pitchFamily="2" charset="0"/>
                        </a:rPr>
                        <a:t>Maintained global process consistency</a:t>
                      </a:r>
                    </a:p>
                    <a:p>
                      <a:pPr marL="171450" indent="-171450">
                        <a:buFont typeface="Arial" panose="020B0604020202020204" pitchFamily="34" charset="0"/>
                        <a:buChar char="•"/>
                      </a:pPr>
                      <a:r>
                        <a:rPr lang="en-US" sz="1000" b="0" i="0" dirty="0">
                          <a:solidFill>
                            <a:schemeClr val="tx1"/>
                          </a:solidFill>
                          <a:latin typeface="Tenorite" pitchFamily="2" charset="0"/>
                        </a:rPr>
                        <a:t>Reduced risk during store/dc expansion or international rollout</a:t>
                      </a:r>
                    </a:p>
                  </a:txBody>
                  <a:tcPr>
                    <a:lnL w="6350" cap="flat" cmpd="sng" algn="ctr">
                      <a:solidFill>
                        <a:srgbClr val="0070C0"/>
                      </a:solidFill>
                      <a:prstDash val="lgDash"/>
                      <a:round/>
                      <a:headEnd type="none" w="med" len="med"/>
                      <a:tailEnd type="none" w="med" len="med"/>
                    </a:lnL>
                    <a:lnT w="6350" cap="flat" cmpd="sng" algn="ctr">
                      <a:solidFill>
                        <a:srgbClr val="0070C0"/>
                      </a:solidFill>
                      <a:prstDash val="lgDash"/>
                      <a:round/>
                      <a:headEnd type="none" w="med" len="med"/>
                      <a:tailEnd type="none" w="med" len="med"/>
                    </a:lnT>
                  </a:tcPr>
                </a:tc>
                <a:extLst>
                  <a:ext uri="{0D108BD9-81ED-4DB2-BD59-A6C34878D82A}">
                    <a16:rowId xmlns:a16="http://schemas.microsoft.com/office/drawing/2014/main" val="3263686578"/>
                  </a:ext>
                </a:extLst>
              </a:tr>
            </a:tbl>
          </a:graphicData>
        </a:graphic>
      </p:graphicFrame>
    </p:spTree>
    <p:extLst>
      <p:ext uri="{BB962C8B-B14F-4D97-AF65-F5344CB8AC3E}">
        <p14:creationId xmlns:p14="http://schemas.microsoft.com/office/powerpoint/2010/main" val="2285165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Wipro 2017 PPT Theme">
  <a:themeElements>
    <a:clrScheme name="Custom 10">
      <a:dk1>
        <a:srgbClr val="000000"/>
      </a:dk1>
      <a:lt1>
        <a:srgbClr val="FFFFFF"/>
      </a:lt1>
      <a:dk2>
        <a:srgbClr val="16366C"/>
      </a:dk2>
      <a:lt2>
        <a:srgbClr val="F2F2F2"/>
      </a:lt2>
      <a:accent1>
        <a:srgbClr val="341854"/>
      </a:accent1>
      <a:accent2>
        <a:srgbClr val="8C38AF"/>
      </a:accent2>
      <a:accent3>
        <a:srgbClr val="05A88A"/>
      </a:accent3>
      <a:accent4>
        <a:srgbClr val="ED7D31"/>
      </a:accent4>
      <a:accent5>
        <a:srgbClr val="D34E4F"/>
      </a:accent5>
      <a:accent6>
        <a:srgbClr val="736FA6"/>
      </a:accent6>
      <a:hlink>
        <a:srgbClr val="B61D6B"/>
      </a:hlink>
      <a:folHlink>
        <a:srgbClr val="646363"/>
      </a:folHlink>
    </a:clrScheme>
    <a:fontScheme nam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20000"/>
            <a:lumOff val="80000"/>
          </a:schemeClr>
        </a:solidFill>
        <a:ln w="6350">
          <a:solidFill>
            <a:schemeClr val="accent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6350">
          <a:solidFill>
            <a:schemeClr val="accent2"/>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1400" dirty="0" smtClean="0">
            <a:solidFill>
              <a:schemeClr val="accent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Wipro_New Template" id="{2AE88C08-073D-4CC4-9E00-70A51C8127D9}" vid="{A4CA8AF7-55CB-42B3-BD30-44794E5177D5}"/>
    </a:ext>
  </a:extLst>
</a:theme>
</file>

<file path=docProps/app.xml><?xml version="1.0" encoding="utf-8"?>
<Properties xmlns="http://schemas.openxmlformats.org/officeDocument/2006/extended-properties" xmlns:vt="http://schemas.openxmlformats.org/officeDocument/2006/docPropsVTypes">
  <TotalTime>520</TotalTime>
  <Words>914</Words>
  <Application>Microsoft Macintosh PowerPoint</Application>
  <PresentationFormat>Widescreen</PresentationFormat>
  <Paragraphs>107</Paragraphs>
  <Slides>3</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Aptos</vt:lpstr>
      <vt:lpstr>Aptos Display</vt:lpstr>
      <vt:lpstr>Arial</vt:lpstr>
      <vt:lpstr>Calibri Light</vt:lpstr>
      <vt:lpstr>Helvetica</vt:lpstr>
      <vt:lpstr>Tenorite</vt:lpstr>
      <vt:lpstr>Wingdings</vt:lpstr>
      <vt:lpstr>Office Theme</vt:lpstr>
      <vt:lpstr>1_Wipro 2017 PPT Theme</vt:lpstr>
      <vt:lpstr>Strategic Partner to ELC driving Digital Transformation  at scale</vt:lpstr>
      <vt:lpstr>TJX Project Case Study:</vt:lpstr>
      <vt:lpstr>TJX Project Case Study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Nikhita Basti</dc:creator>
  <cp:lastModifiedBy>arindam choudhury</cp:lastModifiedBy>
  <cp:revision>5</cp:revision>
  <dcterms:created xsi:type="dcterms:W3CDTF">2026-01-07T16:37:53Z</dcterms:created>
  <dcterms:modified xsi:type="dcterms:W3CDTF">2026-01-08T04:07:40Z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ded32-6a8c-48b8-8009-ebf9a4e0e083_Enabled">
    <vt:lpwstr>true</vt:lpwstr>
  </property>
  <property fmtid="{D5CDD505-2E9C-101B-9397-08002B2CF9AE}" pid="3" name="MSIP_Label_ce7ded32-6a8c-48b8-8009-ebf9a4e0e083_SetDate">
    <vt:lpwstr>2026-01-07T16:37:58Z</vt:lpwstr>
  </property>
  <property fmtid="{D5CDD505-2E9C-101B-9397-08002B2CF9AE}" pid="4" name="MSIP_Label_ce7ded32-6a8c-48b8-8009-ebf9a4e0e083_Method">
    <vt:lpwstr>Privileged</vt:lpwstr>
  </property>
  <property fmtid="{D5CDD505-2E9C-101B-9397-08002B2CF9AE}" pid="5" name="MSIP_Label_ce7ded32-6a8c-48b8-8009-ebf9a4e0e083_Name">
    <vt:lpwstr>Public - Public</vt:lpwstr>
  </property>
  <property fmtid="{D5CDD505-2E9C-101B-9397-08002B2CF9AE}" pid="6" name="MSIP_Label_ce7ded32-6a8c-48b8-8009-ebf9a4e0e083_SiteId">
    <vt:lpwstr>258ac4e4-146a-411e-9dc8-79a9e12fd6da</vt:lpwstr>
  </property>
  <property fmtid="{D5CDD505-2E9C-101B-9397-08002B2CF9AE}" pid="7" name="MSIP_Label_ce7ded32-6a8c-48b8-8009-ebf9a4e0e083_ActionId">
    <vt:lpwstr>214b0ab9-3ab3-4fbd-bdac-d63831cc4826</vt:lpwstr>
  </property>
  <property fmtid="{D5CDD505-2E9C-101B-9397-08002B2CF9AE}" pid="8" name="MSIP_Label_ce7ded32-6a8c-48b8-8009-ebf9a4e0e083_ContentBits">
    <vt:lpwstr>2</vt:lpwstr>
  </property>
  <property fmtid="{D5CDD505-2E9C-101B-9397-08002B2CF9AE}" pid="9" name="MSIP_Label_ce7ded32-6a8c-48b8-8009-ebf9a4e0e083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Public</vt:lpwstr>
  </property>
</Properties>
</file>